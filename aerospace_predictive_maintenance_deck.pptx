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6"/>
  </p:notesMasterIdLst>
  <p:handoutMasterIdLst>
    <p:handoutMasterId r:id="rId17"/>
  </p:handoutMasterIdLst>
  <p:sldIdLst>
    <p:sldId id="2147473436" r:id="rId2"/>
    <p:sldId id="2147473437" r:id="rId3"/>
    <p:sldId id="2147473438" r:id="rId4"/>
    <p:sldId id="2147473439" r:id="rId5"/>
    <p:sldId id="2147473440" r:id="rId6"/>
    <p:sldId id="2147473441" r:id="rId7"/>
    <p:sldId id="2147473442" r:id="rId8"/>
    <p:sldId id="2147473443" r:id="rId9"/>
    <p:sldId id="2147473444" r:id="rId10"/>
    <p:sldId id="2147473446" r:id="rId11"/>
    <p:sldId id="2147473445" r:id="rId12"/>
    <p:sldId id="2147473449" r:id="rId13"/>
    <p:sldId id="2147473447" r:id="rId14"/>
    <p:sldId id="214747344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8ADBE7-3D93-8B88-B3AF-9E6F159E1035}" v="50" dt="2026-06-29T20:49:11.282"/>
    <p1510:client id="{C75AF730-DA1B-BF44-BB9F-69CFF03C9F66}" v="4029" dt="2026-06-30T07:29:29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0050C5-C219-8BDC-0A92-5350435F8D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8CE799-9195-4F4B-A391-524DB5E171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20A34D-90A0-0A4A-B8C3-669415D70B9A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26DDD-8F4D-30D6-6510-4BF78C4D97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6E5AB8-D4C4-2610-7623-9070C32D74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FA14D-6377-EB4B-A05D-719448C78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025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182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F87C-9AFE-64B3-135F-2E7B8C98A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FF55DA-E985-D7E3-DA00-893938E25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B1FBD-31AC-3AB1-E693-0EAB0DAB1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A5E24-6A58-365A-0DCE-2549944E4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CD82C-8186-9E41-8B8B-F66E4066A413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5569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412F7-B746-2DDC-FAC2-40CB23BB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57F8AB-985E-9440-BF66-ACF77A133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3AAF0-5E37-A3B6-3AFC-7D0777BE0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E25FA-1243-12B3-0AF4-DA11401A8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CD82C-8186-9E41-8B8B-F66E4066A413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6419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A845E-06A6-CB35-111C-18FC6B0A0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3FBC76-5874-3AD5-4EF1-4CEDBD596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730DA-9268-9FC0-EFC0-09A8B8154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37D85-2291-A8AB-9EC9-4243822EB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CD82C-8186-9E41-8B8B-F66E4066A413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1432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oleObject" Target="../embeddings/oleObject2.bin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5" Type="http://schemas.openxmlformats.org/officeDocument/2006/relationships/tags" Target="../tags/tag49.xml"/><Relationship Id="rId10" Type="http://schemas.openxmlformats.org/officeDocument/2006/relationships/tags" Target="../tags/tag54.xml"/><Relationship Id="rId4" Type="http://schemas.openxmlformats.org/officeDocument/2006/relationships/tags" Target="../tags/tag48.xml"/><Relationship Id="rId9" Type="http://schemas.openxmlformats.org/officeDocument/2006/relationships/tags" Target="../tags/tag53.xml"/><Relationship Id="rId1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10" Type="http://schemas.openxmlformats.org/officeDocument/2006/relationships/image" Target="../media/image2.emf"/><Relationship Id="rId4" Type="http://schemas.openxmlformats.org/officeDocument/2006/relationships/tags" Target="../tags/tag59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tags" Target="../tags/tag87.xml"/><Relationship Id="rId18" Type="http://schemas.openxmlformats.org/officeDocument/2006/relationships/tags" Target="../tags/tag92.xml"/><Relationship Id="rId26" Type="http://schemas.openxmlformats.org/officeDocument/2006/relationships/image" Target="../media/image1.emf"/><Relationship Id="rId3" Type="http://schemas.openxmlformats.org/officeDocument/2006/relationships/tags" Target="../tags/tag77.xml"/><Relationship Id="rId21" Type="http://schemas.openxmlformats.org/officeDocument/2006/relationships/tags" Target="../tags/tag95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17" Type="http://schemas.openxmlformats.org/officeDocument/2006/relationships/tags" Target="../tags/tag91.xml"/><Relationship Id="rId25" Type="http://schemas.openxmlformats.org/officeDocument/2006/relationships/oleObject" Target="../embeddings/oleObject4.bin"/><Relationship Id="rId2" Type="http://schemas.openxmlformats.org/officeDocument/2006/relationships/tags" Target="../tags/tag76.xml"/><Relationship Id="rId16" Type="http://schemas.openxmlformats.org/officeDocument/2006/relationships/tags" Target="../tags/tag90.xml"/><Relationship Id="rId20" Type="http://schemas.openxmlformats.org/officeDocument/2006/relationships/tags" Target="../tags/tag94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24" Type="http://schemas.openxmlformats.org/officeDocument/2006/relationships/slideMaster" Target="../slideMasters/slideMaster1.xml"/><Relationship Id="rId5" Type="http://schemas.openxmlformats.org/officeDocument/2006/relationships/tags" Target="../tags/tag79.xml"/><Relationship Id="rId15" Type="http://schemas.openxmlformats.org/officeDocument/2006/relationships/tags" Target="../tags/tag89.xml"/><Relationship Id="rId23" Type="http://schemas.openxmlformats.org/officeDocument/2006/relationships/tags" Target="../tags/tag97.xml"/><Relationship Id="rId10" Type="http://schemas.openxmlformats.org/officeDocument/2006/relationships/tags" Target="../tags/tag84.xml"/><Relationship Id="rId19" Type="http://schemas.openxmlformats.org/officeDocument/2006/relationships/tags" Target="../tags/tag93.xml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tags" Target="../tags/tag88.xml"/><Relationship Id="rId22" Type="http://schemas.openxmlformats.org/officeDocument/2006/relationships/tags" Target="../tags/tag96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tags" Target="../tags/tag110.xml"/><Relationship Id="rId18" Type="http://schemas.openxmlformats.org/officeDocument/2006/relationships/tags" Target="../tags/tag115.xml"/><Relationship Id="rId26" Type="http://schemas.openxmlformats.org/officeDocument/2006/relationships/image" Target="../media/image1.emf"/><Relationship Id="rId3" Type="http://schemas.openxmlformats.org/officeDocument/2006/relationships/tags" Target="../tags/tag100.xml"/><Relationship Id="rId21" Type="http://schemas.openxmlformats.org/officeDocument/2006/relationships/tags" Target="../tags/tag118.xml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17" Type="http://schemas.openxmlformats.org/officeDocument/2006/relationships/tags" Target="../tags/tag114.xml"/><Relationship Id="rId25" Type="http://schemas.openxmlformats.org/officeDocument/2006/relationships/oleObject" Target="../embeddings/oleObject5.bin"/><Relationship Id="rId2" Type="http://schemas.openxmlformats.org/officeDocument/2006/relationships/tags" Target="../tags/tag99.xml"/><Relationship Id="rId16" Type="http://schemas.openxmlformats.org/officeDocument/2006/relationships/tags" Target="../tags/tag113.xml"/><Relationship Id="rId20" Type="http://schemas.openxmlformats.org/officeDocument/2006/relationships/tags" Target="../tags/tag117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24" Type="http://schemas.openxmlformats.org/officeDocument/2006/relationships/slideMaster" Target="../slideMasters/slideMaster1.xml"/><Relationship Id="rId5" Type="http://schemas.openxmlformats.org/officeDocument/2006/relationships/tags" Target="../tags/tag102.xml"/><Relationship Id="rId15" Type="http://schemas.openxmlformats.org/officeDocument/2006/relationships/tags" Target="../tags/tag112.xml"/><Relationship Id="rId23" Type="http://schemas.openxmlformats.org/officeDocument/2006/relationships/tags" Target="../tags/tag120.xml"/><Relationship Id="rId10" Type="http://schemas.openxmlformats.org/officeDocument/2006/relationships/tags" Target="../tags/tag107.xml"/><Relationship Id="rId19" Type="http://schemas.openxmlformats.org/officeDocument/2006/relationships/tags" Target="../tags/tag116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Relationship Id="rId22" Type="http://schemas.openxmlformats.org/officeDocument/2006/relationships/tags" Target="../tags/tag119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18" Type="http://schemas.openxmlformats.org/officeDocument/2006/relationships/tags" Target="../tags/tag138.xml"/><Relationship Id="rId26" Type="http://schemas.openxmlformats.org/officeDocument/2006/relationships/slideMaster" Target="../slideMasters/slideMaster1.xml"/><Relationship Id="rId3" Type="http://schemas.openxmlformats.org/officeDocument/2006/relationships/tags" Target="../tags/tag123.xml"/><Relationship Id="rId21" Type="http://schemas.openxmlformats.org/officeDocument/2006/relationships/tags" Target="../tags/tag141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17" Type="http://schemas.openxmlformats.org/officeDocument/2006/relationships/tags" Target="../tags/tag137.xml"/><Relationship Id="rId25" Type="http://schemas.openxmlformats.org/officeDocument/2006/relationships/tags" Target="../tags/tag145.xml"/><Relationship Id="rId2" Type="http://schemas.openxmlformats.org/officeDocument/2006/relationships/tags" Target="../tags/tag122.xml"/><Relationship Id="rId16" Type="http://schemas.openxmlformats.org/officeDocument/2006/relationships/tags" Target="../tags/tag136.xml"/><Relationship Id="rId20" Type="http://schemas.openxmlformats.org/officeDocument/2006/relationships/tags" Target="../tags/tag140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24" Type="http://schemas.openxmlformats.org/officeDocument/2006/relationships/tags" Target="../tags/tag144.xml"/><Relationship Id="rId5" Type="http://schemas.openxmlformats.org/officeDocument/2006/relationships/tags" Target="../tags/tag125.xml"/><Relationship Id="rId15" Type="http://schemas.openxmlformats.org/officeDocument/2006/relationships/tags" Target="../tags/tag135.xml"/><Relationship Id="rId23" Type="http://schemas.openxmlformats.org/officeDocument/2006/relationships/tags" Target="../tags/tag143.xml"/><Relationship Id="rId28" Type="http://schemas.openxmlformats.org/officeDocument/2006/relationships/image" Target="../media/image1.emf"/><Relationship Id="rId10" Type="http://schemas.openxmlformats.org/officeDocument/2006/relationships/tags" Target="../tags/tag130.xml"/><Relationship Id="rId19" Type="http://schemas.openxmlformats.org/officeDocument/2006/relationships/tags" Target="../tags/tag139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tags" Target="../tags/tag134.xml"/><Relationship Id="rId22" Type="http://schemas.openxmlformats.org/officeDocument/2006/relationships/tags" Target="../tags/tag142.xml"/><Relationship Id="rId27" Type="http://schemas.openxmlformats.org/officeDocument/2006/relationships/oleObject" Target="../embeddings/oleObject6.bin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13" Type="http://schemas.openxmlformats.org/officeDocument/2006/relationships/tags" Target="../tags/tag158.xml"/><Relationship Id="rId18" Type="http://schemas.openxmlformats.org/officeDocument/2006/relationships/tags" Target="../tags/tag163.xml"/><Relationship Id="rId26" Type="http://schemas.openxmlformats.org/officeDocument/2006/relationships/oleObject" Target="../embeddings/oleObject6.bin"/><Relationship Id="rId3" Type="http://schemas.openxmlformats.org/officeDocument/2006/relationships/tags" Target="../tags/tag148.xml"/><Relationship Id="rId21" Type="http://schemas.openxmlformats.org/officeDocument/2006/relationships/tags" Target="../tags/tag166.xml"/><Relationship Id="rId7" Type="http://schemas.openxmlformats.org/officeDocument/2006/relationships/tags" Target="../tags/tag152.xml"/><Relationship Id="rId12" Type="http://schemas.openxmlformats.org/officeDocument/2006/relationships/tags" Target="../tags/tag157.xml"/><Relationship Id="rId17" Type="http://schemas.openxmlformats.org/officeDocument/2006/relationships/tags" Target="../tags/tag162.xml"/><Relationship Id="rId25" Type="http://schemas.openxmlformats.org/officeDocument/2006/relationships/slideMaster" Target="../slideMasters/slideMaster1.xml"/><Relationship Id="rId2" Type="http://schemas.openxmlformats.org/officeDocument/2006/relationships/tags" Target="../tags/tag147.xml"/><Relationship Id="rId16" Type="http://schemas.openxmlformats.org/officeDocument/2006/relationships/tags" Target="../tags/tag161.xml"/><Relationship Id="rId20" Type="http://schemas.openxmlformats.org/officeDocument/2006/relationships/tags" Target="../tags/tag165.xml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tags" Target="../tags/tag156.xml"/><Relationship Id="rId24" Type="http://schemas.openxmlformats.org/officeDocument/2006/relationships/tags" Target="../tags/tag169.xml"/><Relationship Id="rId5" Type="http://schemas.openxmlformats.org/officeDocument/2006/relationships/tags" Target="../tags/tag150.xml"/><Relationship Id="rId15" Type="http://schemas.openxmlformats.org/officeDocument/2006/relationships/tags" Target="../tags/tag160.xml"/><Relationship Id="rId23" Type="http://schemas.openxmlformats.org/officeDocument/2006/relationships/tags" Target="../tags/tag168.xml"/><Relationship Id="rId10" Type="http://schemas.openxmlformats.org/officeDocument/2006/relationships/tags" Target="../tags/tag155.xml"/><Relationship Id="rId19" Type="http://schemas.openxmlformats.org/officeDocument/2006/relationships/tags" Target="../tags/tag164.xml"/><Relationship Id="rId4" Type="http://schemas.openxmlformats.org/officeDocument/2006/relationships/tags" Target="../tags/tag149.xml"/><Relationship Id="rId9" Type="http://schemas.openxmlformats.org/officeDocument/2006/relationships/tags" Target="../tags/tag154.xml"/><Relationship Id="rId14" Type="http://schemas.openxmlformats.org/officeDocument/2006/relationships/tags" Target="../tags/tag159.xml"/><Relationship Id="rId22" Type="http://schemas.openxmlformats.org/officeDocument/2006/relationships/tags" Target="../tags/tag167.xml"/><Relationship Id="rId27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77.xml"/><Relationship Id="rId13" Type="http://schemas.openxmlformats.org/officeDocument/2006/relationships/tags" Target="../tags/tag182.xml"/><Relationship Id="rId18" Type="http://schemas.openxmlformats.org/officeDocument/2006/relationships/tags" Target="../tags/tag187.xml"/><Relationship Id="rId26" Type="http://schemas.openxmlformats.org/officeDocument/2006/relationships/slideMaster" Target="../slideMasters/slideMaster1.xml"/><Relationship Id="rId3" Type="http://schemas.openxmlformats.org/officeDocument/2006/relationships/tags" Target="../tags/tag172.xml"/><Relationship Id="rId21" Type="http://schemas.openxmlformats.org/officeDocument/2006/relationships/tags" Target="../tags/tag190.xml"/><Relationship Id="rId7" Type="http://schemas.openxmlformats.org/officeDocument/2006/relationships/tags" Target="../tags/tag176.xml"/><Relationship Id="rId12" Type="http://schemas.openxmlformats.org/officeDocument/2006/relationships/tags" Target="../tags/tag181.xml"/><Relationship Id="rId17" Type="http://schemas.openxmlformats.org/officeDocument/2006/relationships/tags" Target="../tags/tag186.xml"/><Relationship Id="rId25" Type="http://schemas.openxmlformats.org/officeDocument/2006/relationships/tags" Target="../tags/tag194.xml"/><Relationship Id="rId2" Type="http://schemas.openxmlformats.org/officeDocument/2006/relationships/tags" Target="../tags/tag171.xml"/><Relationship Id="rId16" Type="http://schemas.openxmlformats.org/officeDocument/2006/relationships/tags" Target="../tags/tag185.xml"/><Relationship Id="rId20" Type="http://schemas.openxmlformats.org/officeDocument/2006/relationships/tags" Target="../tags/tag189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11" Type="http://schemas.openxmlformats.org/officeDocument/2006/relationships/tags" Target="../tags/tag180.xml"/><Relationship Id="rId24" Type="http://schemas.openxmlformats.org/officeDocument/2006/relationships/tags" Target="../tags/tag193.xml"/><Relationship Id="rId5" Type="http://schemas.openxmlformats.org/officeDocument/2006/relationships/tags" Target="../tags/tag174.xml"/><Relationship Id="rId15" Type="http://schemas.openxmlformats.org/officeDocument/2006/relationships/tags" Target="../tags/tag184.xml"/><Relationship Id="rId23" Type="http://schemas.openxmlformats.org/officeDocument/2006/relationships/tags" Target="../tags/tag192.xml"/><Relationship Id="rId28" Type="http://schemas.openxmlformats.org/officeDocument/2006/relationships/image" Target="../media/image3.emf"/><Relationship Id="rId10" Type="http://schemas.openxmlformats.org/officeDocument/2006/relationships/tags" Target="../tags/tag179.xml"/><Relationship Id="rId19" Type="http://schemas.openxmlformats.org/officeDocument/2006/relationships/tags" Target="../tags/tag188.xml"/><Relationship Id="rId4" Type="http://schemas.openxmlformats.org/officeDocument/2006/relationships/tags" Target="../tags/tag173.xml"/><Relationship Id="rId9" Type="http://schemas.openxmlformats.org/officeDocument/2006/relationships/tags" Target="../tags/tag178.xml"/><Relationship Id="rId14" Type="http://schemas.openxmlformats.org/officeDocument/2006/relationships/tags" Target="../tags/tag183.xml"/><Relationship Id="rId22" Type="http://schemas.openxmlformats.org/officeDocument/2006/relationships/tags" Target="../tags/tag191.xml"/><Relationship Id="rId27" Type="http://schemas.openxmlformats.org/officeDocument/2006/relationships/oleObject" Target="../embeddings/oleObject7.bin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202.xml"/><Relationship Id="rId13" Type="http://schemas.openxmlformats.org/officeDocument/2006/relationships/tags" Target="../tags/tag207.xml"/><Relationship Id="rId18" Type="http://schemas.openxmlformats.org/officeDocument/2006/relationships/tags" Target="../tags/tag212.xml"/><Relationship Id="rId3" Type="http://schemas.openxmlformats.org/officeDocument/2006/relationships/tags" Target="../tags/tag197.xml"/><Relationship Id="rId21" Type="http://schemas.openxmlformats.org/officeDocument/2006/relationships/tags" Target="../tags/tag215.xml"/><Relationship Id="rId7" Type="http://schemas.openxmlformats.org/officeDocument/2006/relationships/tags" Target="../tags/tag201.xml"/><Relationship Id="rId12" Type="http://schemas.openxmlformats.org/officeDocument/2006/relationships/tags" Target="../tags/tag206.xml"/><Relationship Id="rId17" Type="http://schemas.openxmlformats.org/officeDocument/2006/relationships/tags" Target="../tags/tag211.xml"/><Relationship Id="rId2" Type="http://schemas.openxmlformats.org/officeDocument/2006/relationships/tags" Target="../tags/tag196.xml"/><Relationship Id="rId16" Type="http://schemas.openxmlformats.org/officeDocument/2006/relationships/tags" Target="../tags/tag210.xml"/><Relationship Id="rId20" Type="http://schemas.openxmlformats.org/officeDocument/2006/relationships/tags" Target="../tags/tag214.xml"/><Relationship Id="rId1" Type="http://schemas.openxmlformats.org/officeDocument/2006/relationships/tags" Target="../tags/tag195.xml"/><Relationship Id="rId6" Type="http://schemas.openxmlformats.org/officeDocument/2006/relationships/tags" Target="../tags/tag200.xml"/><Relationship Id="rId11" Type="http://schemas.openxmlformats.org/officeDocument/2006/relationships/tags" Target="../tags/tag205.xml"/><Relationship Id="rId24" Type="http://schemas.openxmlformats.org/officeDocument/2006/relationships/image" Target="../media/image1.emf"/><Relationship Id="rId5" Type="http://schemas.openxmlformats.org/officeDocument/2006/relationships/tags" Target="../tags/tag199.xml"/><Relationship Id="rId15" Type="http://schemas.openxmlformats.org/officeDocument/2006/relationships/tags" Target="../tags/tag209.xml"/><Relationship Id="rId23" Type="http://schemas.openxmlformats.org/officeDocument/2006/relationships/oleObject" Target="../embeddings/oleObject8.bin"/><Relationship Id="rId10" Type="http://schemas.openxmlformats.org/officeDocument/2006/relationships/tags" Target="../tags/tag204.xml"/><Relationship Id="rId19" Type="http://schemas.openxmlformats.org/officeDocument/2006/relationships/tags" Target="../tags/tag213.xml"/><Relationship Id="rId4" Type="http://schemas.openxmlformats.org/officeDocument/2006/relationships/tags" Target="../tags/tag198.xml"/><Relationship Id="rId9" Type="http://schemas.openxmlformats.org/officeDocument/2006/relationships/tags" Target="../tags/tag203.xml"/><Relationship Id="rId14" Type="http://schemas.openxmlformats.org/officeDocument/2006/relationships/tags" Target="../tags/tag208.xml"/><Relationship Id="rId2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218.xml"/><Relationship Id="rId7" Type="http://schemas.openxmlformats.org/officeDocument/2006/relationships/oleObject" Target="../embeddings/oleObject9.bin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0.xml"/><Relationship Id="rId4" Type="http://schemas.openxmlformats.org/officeDocument/2006/relationships/tags" Target="../tags/tag219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/><Relationship Id="rId3" Type="http://schemas.openxmlformats.org/officeDocument/2006/relationships/tags" Target="../tags/tag223.xml"/><Relationship Id="rId7" Type="http://schemas.openxmlformats.org/officeDocument/2006/relationships/tags" Target="../tags/tag227.xml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image" Target="../media/image5.emf"/><Relationship Id="rId5" Type="http://schemas.openxmlformats.org/officeDocument/2006/relationships/tags" Target="../tags/tag225.xml"/><Relationship Id="rId10" Type="http://schemas.openxmlformats.org/officeDocument/2006/relationships/oleObject" Target="../embeddings/oleObject10.bin"/><Relationship Id="rId4" Type="http://schemas.openxmlformats.org/officeDocument/2006/relationships/tags" Target="../tags/tag224.xml"/><Relationship Id="rId9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" Type="http://schemas.openxmlformats.org/officeDocument/2006/relationships/tags" Target="../tags/tag229.xml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" Type="http://schemas.openxmlformats.org/officeDocument/2006/relationships/tags" Target="../tags/tag232.xml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6.xml"/><Relationship Id="rId1" Type="http://schemas.openxmlformats.org/officeDocument/2006/relationships/tags" Target="../tags/tag23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tags" Target="../tags/tag2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8.xml"/><Relationship Id="rId1" Type="http://schemas.openxmlformats.org/officeDocument/2006/relationships/tags" Target="../tags/tag237.x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9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250.xml"/><Relationship Id="rId3" Type="http://schemas.openxmlformats.org/officeDocument/2006/relationships/tags" Target="../tags/tag245.xml"/><Relationship Id="rId7" Type="http://schemas.openxmlformats.org/officeDocument/2006/relationships/tags" Target="../tags/tag249.xml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6" Type="http://schemas.openxmlformats.org/officeDocument/2006/relationships/tags" Target="../tags/tag248.xml"/><Relationship Id="rId11" Type="http://schemas.openxmlformats.org/officeDocument/2006/relationships/image" Target="../media/image4.emf"/><Relationship Id="rId5" Type="http://schemas.openxmlformats.org/officeDocument/2006/relationships/tags" Target="../tags/tag247.xml"/><Relationship Id="rId10" Type="http://schemas.openxmlformats.org/officeDocument/2006/relationships/oleObject" Target="../embeddings/oleObject12.bin"/><Relationship Id="rId4" Type="http://schemas.openxmlformats.org/officeDocument/2006/relationships/tags" Target="../tags/tag246.xml"/><Relationship Id="rId9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58.xml"/><Relationship Id="rId13" Type="http://schemas.openxmlformats.org/officeDocument/2006/relationships/image" Target="../media/image1.emf"/><Relationship Id="rId3" Type="http://schemas.openxmlformats.org/officeDocument/2006/relationships/tags" Target="../tags/tag253.xml"/><Relationship Id="rId7" Type="http://schemas.openxmlformats.org/officeDocument/2006/relationships/tags" Target="../tags/tag257.xml"/><Relationship Id="rId12" Type="http://schemas.openxmlformats.org/officeDocument/2006/relationships/oleObject" Target="../embeddings/oleObject2.bin"/><Relationship Id="rId2" Type="http://schemas.openxmlformats.org/officeDocument/2006/relationships/tags" Target="../tags/tag252.xml"/><Relationship Id="rId1" Type="http://schemas.openxmlformats.org/officeDocument/2006/relationships/tags" Target="../tags/tag251.xml"/><Relationship Id="rId6" Type="http://schemas.openxmlformats.org/officeDocument/2006/relationships/tags" Target="../tags/tag25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55.xml"/><Relationship Id="rId10" Type="http://schemas.openxmlformats.org/officeDocument/2006/relationships/tags" Target="../tags/tag260.xml"/><Relationship Id="rId4" Type="http://schemas.openxmlformats.org/officeDocument/2006/relationships/tags" Target="../tags/tag254.xml"/><Relationship Id="rId9" Type="http://schemas.openxmlformats.org/officeDocument/2006/relationships/tags" Target="../tags/tag259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62.xml"/><Relationship Id="rId1" Type="http://schemas.openxmlformats.org/officeDocument/2006/relationships/tags" Target="../tags/tag26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3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tags" Target="../tags/tag26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65.xml"/><Relationship Id="rId1" Type="http://schemas.openxmlformats.org/officeDocument/2006/relationships/tags" Target="../tags/tag264.xml"/><Relationship Id="rId6" Type="http://schemas.openxmlformats.org/officeDocument/2006/relationships/tags" Target="../tags/tag269.xml"/><Relationship Id="rId5" Type="http://schemas.openxmlformats.org/officeDocument/2006/relationships/tags" Target="../tags/tag268.xml"/><Relationship Id="rId4" Type="http://schemas.openxmlformats.org/officeDocument/2006/relationships/tags" Target="../tags/tag267.xml"/><Relationship Id="rId9" Type="http://schemas.openxmlformats.org/officeDocument/2006/relationships/image" Target="../media/image4.emf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9050593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13" imgH="416" progId="TCLayout.ActiveDocument.1">
                  <p:embed/>
                </p:oleObj>
              </mc:Choice>
              <mc:Fallback>
                <p:oleObj name="think-cell Slide" r:id="rId13" imgW="413" imgH="416" progId="TCLayout.ActiveDocument.1">
                  <p:embed/>
                  <p:pic>
                    <p:nvPicPr>
                      <p:cNvPr id="3" name="Object 8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75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16052" y="266319"/>
            <a:ext cx="8311896" cy="548640"/>
          </a:xfrm>
        </p:spPr>
        <p:txBody>
          <a:bodyPr vert="horz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416052" y="989225"/>
            <a:ext cx="8311896" cy="207750"/>
          </a:xfrm>
        </p:spPr>
        <p:txBody>
          <a:bodyPr wrap="square">
            <a:noAutofit/>
          </a:bodyPr>
          <a:lstStyle>
            <a:lvl1pPr marL="0" indent="0" algn="l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5722620" y="75406"/>
            <a:ext cx="3005328" cy="92334"/>
          </a:xfrm>
        </p:spPr>
        <p:txBody>
          <a:bodyPr wrap="square" anchor="ctr" anchorCtr="0">
            <a:spAutoFit/>
          </a:bodyPr>
          <a:lstStyle>
            <a:lvl1pPr algn="r">
              <a:defRPr sz="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4" name="Object 8" hidden="1">
            <a:extLst>
              <a:ext uri="{FF2B5EF4-FFF2-40B4-BE49-F238E27FC236}">
                <a16:creationId xmlns:a16="http://schemas.microsoft.com/office/drawing/2014/main" id="{9E38A7D7-608F-19F8-5D41-7353898A7DB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229050593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13" imgH="416" progId="TCLayout.ActiveDocument.1">
                  <p:embed/>
                </p:oleObj>
              </mc:Choice>
              <mc:Fallback>
                <p:oleObj name="think-cell Slide" r:id="rId13" imgW="413" imgH="416" progId="TCLayout.ActiveDocument.1">
                  <p:embed/>
                  <p:pic>
                    <p:nvPicPr>
                      <p:cNvPr id="4" name="Object 8" hidden="1">
                        <a:extLst>
                          <a:ext uri="{FF2B5EF4-FFF2-40B4-BE49-F238E27FC236}">
                            <a16:creationId xmlns:a16="http://schemas.microsoft.com/office/drawing/2014/main" id="{9E38A7D7-608F-19F8-5D41-7353898A7D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7" hidden="1">
            <a:extLst>
              <a:ext uri="{FF2B5EF4-FFF2-40B4-BE49-F238E27FC236}">
                <a16:creationId xmlns:a16="http://schemas.microsoft.com/office/drawing/2014/main" id="{10AFCC02-86C3-8739-7F28-7E571CCC6649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75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55AF5A0-7212-A12F-DDCF-78EF165B7FB2}"/>
              </a:ext>
            </a:extLst>
          </p:cNvPr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B7D733CB-20BE-CB02-D3B0-B7DAA2977832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560277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192" y="1191"/>
          <a:ext cx="92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6052" y="1279923"/>
            <a:ext cx="2859786" cy="521208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D5C7B7-C5F7-31E8-7E2E-9AB5160BA5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192" y="1191"/>
          <a:ext cx="92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D5C7B7-C5F7-31E8-7E2E-9AB5160BA5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">
            <a:extLst>
              <a:ext uri="{FF2B5EF4-FFF2-40B4-BE49-F238E27FC236}">
                <a16:creationId xmlns:a16="http://schemas.microsoft.com/office/drawing/2014/main" id="{5C07C7E6-911D-1FA9-4616-74299B993D56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6A71B6-E522-620A-AD5F-7A28FA1DEAEB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2356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16052" y="2283210"/>
            <a:ext cx="3799332" cy="57708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5722620" y="75406"/>
            <a:ext cx="3005328" cy="92334"/>
          </a:xfrm>
        </p:spPr>
        <p:txBody>
          <a:bodyPr wrap="square" anchor="ctr" anchorCtr="0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B7C30C27-98D5-D64E-8A5B-642D6F800C7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E06EB8E6-41F6-85D4-17D9-6EF438736D57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522522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16052" y="3435351"/>
            <a:ext cx="8311896" cy="507831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5722620" y="75406"/>
            <a:ext cx="3005328" cy="92334"/>
          </a:xfrm>
        </p:spPr>
        <p:txBody>
          <a:bodyPr wrap="square" anchor="ctr" anchorCtr="0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A4B3E34-4270-04A5-6FA2-20C5963F8EB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13FF6F20-1CD4-616F-9C76-590C4C6C405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86131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532380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13" imgH="416" progId="TCLayout.ActiveDocument.1">
                  <p:embed/>
                </p:oleObj>
              </mc:Choice>
              <mc:Fallback>
                <p:oleObj name="think-cell Slide" r:id="rId2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75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2560320" y="0"/>
            <a:ext cx="6583680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832904" y="4874536"/>
            <a:ext cx="625171" cy="10387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75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2786818" y="4840327"/>
            <a:ext cx="5939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416052" y="4840327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2786818" y="886430"/>
            <a:ext cx="5939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416052" y="886430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416052" y="1600201"/>
            <a:ext cx="1885950" cy="1035158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416052" y="2744733"/>
            <a:ext cx="1885950" cy="415499"/>
          </a:xfrm>
        </p:spPr>
        <p:txBody>
          <a:bodyPr wrap="square">
            <a:sp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5722620" y="75406"/>
            <a:ext cx="3005328" cy="92334"/>
          </a:xfrm>
        </p:spPr>
        <p:txBody>
          <a:bodyPr wrap="square" anchor="ctr" anchorCtr="0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5FE1D28-E2AB-9B70-A20B-11D15035F6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97532380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13" imgH="416" progId="TCLayout.ActiveDocument.1">
                  <p:embed/>
                </p:oleObj>
              </mc:Choice>
              <mc:Fallback>
                <p:oleObj name="think-cell Slide" r:id="rId25" imgW="413" imgH="41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5FE1D28-E2AB-9B70-A20B-11D15035F6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B0514C61-16D2-2682-E811-5E970234711C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75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RectangleLight">
            <a:extLst>
              <a:ext uri="{FF2B5EF4-FFF2-40B4-BE49-F238E27FC236}">
                <a16:creationId xmlns:a16="http://schemas.microsoft.com/office/drawing/2014/main" id="{30F535D4-58D8-0626-87FF-1BA51CA3C4F9}"/>
              </a:ext>
            </a:extLst>
          </p:cNvPr>
          <p:cNvSpPr/>
          <p:nvPr userDrawn="1">
            <p:custDataLst>
              <p:tags r:id="rId16"/>
            </p:custDataLst>
          </p:nvPr>
        </p:nvSpPr>
        <p:spPr bwMode="ltGray">
          <a:xfrm>
            <a:off x="2560320" y="0"/>
            <a:ext cx="6583680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30BBCAA2-42ED-1F32-AE5E-93F3ECD57159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7717487" y="4874536"/>
            <a:ext cx="740588" cy="10387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75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Greenlabs - Madrid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D151E614-E72B-E911-5CCA-066C9E7E670D}"/>
              </a:ext>
            </a:extLst>
          </p:cNvPr>
          <p:cNvSpPr>
            <a:spLocks noChangeArrowheads="1"/>
          </p:cNvSpPr>
          <p:nvPr userDrawn="1">
            <p:custDataLst>
              <p:tags r:id="rId18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54B0E9D6-EFB8-ACC6-AD46-9C7798A80F46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2786818" y="4840327"/>
            <a:ext cx="5939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3264C678-90AA-2FE8-E399-2BABB1010E95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416052" y="4840327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A6CA1EB2-5D93-68E3-F0C1-2444BFC55EC7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2786818" y="886430"/>
            <a:ext cx="5939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5ADD7524-EE18-15E8-4AAA-6303C5029C7A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416052" y="886430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850BE134-BF0D-2E04-3CF1-344A7BDFF220}"/>
              </a:ext>
            </a:extLst>
          </p:cNvPr>
          <p:cNvSpPr txBox="1"/>
          <p:nvPr userDrawn="1">
            <p:custDataLst>
              <p:tags r:id="rId23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428956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8399975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13" imgH="416" progId="TCLayout.ActiveDocument.1">
                  <p:embed/>
                </p:oleObj>
              </mc:Choice>
              <mc:Fallback>
                <p:oleObj name="think-cell Slide" r:id="rId2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75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3273552" y="0"/>
            <a:ext cx="5870448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7832904" y="4874536"/>
            <a:ext cx="625171" cy="10387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75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503415" y="4840327"/>
            <a:ext cx="522579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416052" y="4840327"/>
            <a:ext cx="259918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3503415" y="886430"/>
            <a:ext cx="522579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416052" y="886430"/>
            <a:ext cx="259918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416052" y="2058277"/>
            <a:ext cx="2599182" cy="57708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416051" y="2744734"/>
            <a:ext cx="2599182" cy="207750"/>
          </a:xfrm>
        </p:spPr>
        <p:txBody>
          <a:bodyPr wrap="square">
            <a:spAutoFit/>
          </a:bodyPr>
          <a:lstStyle>
            <a:lvl1pPr marL="0" indent="0" algn="l">
              <a:buNone/>
              <a:defRPr sz="1350" b="0">
                <a:solidFill>
                  <a:schemeClr val="bg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5722620" y="75406"/>
            <a:ext cx="3005328" cy="92334"/>
          </a:xfrm>
        </p:spPr>
        <p:txBody>
          <a:bodyPr wrap="square" anchor="ctr" anchorCtr="0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7A1A4EC-3F5D-C96E-5A18-8295EC1EF1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438399975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13" imgH="416" progId="TCLayout.ActiveDocument.1">
                  <p:embed/>
                </p:oleObj>
              </mc:Choice>
              <mc:Fallback>
                <p:oleObj name="think-cell Slide" r:id="rId25" imgW="413" imgH="41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7A1A4EC-3F5D-C96E-5A18-8295EC1EF1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4958887F-11C1-B229-702C-0BA24B34FA62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75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RectangleLight">
            <a:extLst>
              <a:ext uri="{FF2B5EF4-FFF2-40B4-BE49-F238E27FC236}">
                <a16:creationId xmlns:a16="http://schemas.microsoft.com/office/drawing/2014/main" id="{A5FD0825-08AC-F065-8A25-F315D0CAC696}"/>
              </a:ext>
            </a:extLst>
          </p:cNvPr>
          <p:cNvSpPr/>
          <p:nvPr userDrawn="1">
            <p:custDataLst>
              <p:tags r:id="rId16"/>
            </p:custDataLst>
          </p:nvPr>
        </p:nvSpPr>
        <p:spPr bwMode="ltGray">
          <a:xfrm>
            <a:off x="3273552" y="0"/>
            <a:ext cx="5870448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A47CE682-5DA4-ED4C-9951-FCF1CA3B48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 bwMode="black">
          <a:xfrm>
            <a:off x="7717487" y="4874536"/>
            <a:ext cx="740588" cy="10387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75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Greenlabs - Madrid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3A7D632F-AD2E-2965-DD2F-6A773193AC3C}"/>
              </a:ext>
            </a:extLst>
          </p:cNvPr>
          <p:cNvSpPr>
            <a:spLocks noChangeArrowheads="1"/>
          </p:cNvSpPr>
          <p:nvPr userDrawn="1">
            <p:custDataLst>
              <p:tags r:id="rId18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3B052F5B-FD40-2EAD-152A-1710A8C894CF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3503415" y="4840327"/>
            <a:ext cx="522579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D941E4D3-1F95-B355-DE46-C13B2A01DF38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416052" y="4840327"/>
            <a:ext cx="259918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527E16F5-2A68-D331-393D-FB10EF473B1F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3503415" y="886430"/>
            <a:ext cx="522579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4ADAA08B-57C0-893C-6CE8-7DB269530795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416052" y="886430"/>
            <a:ext cx="259918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6977241-6387-9FEA-710D-46EDD2E7A29E}"/>
              </a:ext>
            </a:extLst>
          </p:cNvPr>
          <p:cNvSpPr txBox="1"/>
          <p:nvPr userDrawn="1">
            <p:custDataLst>
              <p:tags r:id="rId23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18601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75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4569714" y="0"/>
            <a:ext cx="4574286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7832904" y="4874536"/>
            <a:ext cx="625171" cy="10387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75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929879" y="4840327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416052" y="4840327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4929879" y="886430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416052" y="886430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416052" y="886430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416052" y="266319"/>
            <a:ext cx="3799332" cy="54864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416052" y="965577"/>
            <a:ext cx="3799332" cy="228525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251460" y="112776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225"/>
              </a:spcBef>
              <a:spcAft>
                <a:spcPts val="225"/>
              </a:spcAft>
              <a:buNone/>
            </a:pPr>
            <a:endParaRPr lang="en-DK" sz="120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5722620" y="75406"/>
            <a:ext cx="3005328" cy="92334"/>
          </a:xfrm>
        </p:spPr>
        <p:txBody>
          <a:bodyPr wrap="square" anchor="ctr" anchorCtr="0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24EA9B2-397C-CC96-5A35-F330B4FC33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24EA9B2-397C-CC96-5A35-F330B4FC33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9DDD2D7E-E24A-6EE1-5268-A7F0444DC967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75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9" name="RectangleLight">
            <a:extLst>
              <a:ext uri="{FF2B5EF4-FFF2-40B4-BE49-F238E27FC236}">
                <a16:creationId xmlns:a16="http://schemas.microsoft.com/office/drawing/2014/main" id="{75CA14B2-F273-7E6D-F761-6D48C3955BD3}"/>
              </a:ext>
            </a:extLst>
          </p:cNvPr>
          <p:cNvSpPr/>
          <p:nvPr userDrawn="1">
            <p:custDataLst>
              <p:tags r:id="rId17"/>
            </p:custDataLst>
          </p:nvPr>
        </p:nvSpPr>
        <p:spPr bwMode="ltGray">
          <a:xfrm>
            <a:off x="4569714" y="0"/>
            <a:ext cx="4574286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B129B54-5F2D-23C7-2614-74BAFBC8FE5F}"/>
              </a:ext>
            </a:extLst>
          </p:cNvPr>
          <p:cNvSpPr>
            <a:spLocks noChangeArrowheads="1"/>
          </p:cNvSpPr>
          <p:nvPr userDrawn="1">
            <p:custDataLst>
              <p:tags r:id="rId18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EB75AEDD-DDAC-9B60-6BE4-4B56DAE9A967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4929879" y="4840327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469FCC2E-8EC4-D9CD-B3E9-39FB03C1AA14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416052" y="4840327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5C90032C-2B13-8E1D-3F32-5B837C45F19B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4929879" y="886430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5CEF8A40-F5EC-3CED-3AB9-08B4674ACC50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416052" y="886430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281F8FA-A2E5-957B-5B7C-C2BF420FD7C5}"/>
              </a:ext>
            </a:extLst>
          </p:cNvPr>
          <p:cNvCxnSpPr/>
          <p:nvPr userDrawn="1">
            <p:custDataLst>
              <p:tags r:id="rId23"/>
            </p:custDataLst>
          </p:nvPr>
        </p:nvCxnSpPr>
        <p:spPr>
          <a:xfrm>
            <a:off x="416052" y="886430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EB5FA142-F39C-8E15-B447-26DF212A14F7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04E424-25FE-DC62-8679-810932652101}"/>
              </a:ext>
            </a:extLst>
          </p:cNvPr>
          <p:cNvSpPr txBox="1"/>
          <p:nvPr userDrawn="1"/>
        </p:nvSpPr>
        <p:spPr>
          <a:xfrm>
            <a:off x="251460" y="112776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225"/>
              </a:spcBef>
              <a:spcAft>
                <a:spcPts val="225"/>
              </a:spcAft>
              <a:buNone/>
            </a:pPr>
            <a:endParaRPr lang="en-DK" sz="1200"/>
          </a:p>
        </p:txBody>
      </p:sp>
      <p:sp>
        <p:nvSpPr>
          <p:cNvPr id="28" name="SlideLogoText">
            <a:extLst>
              <a:ext uri="{FF2B5EF4-FFF2-40B4-BE49-F238E27FC236}">
                <a16:creationId xmlns:a16="http://schemas.microsoft.com/office/drawing/2014/main" id="{68105B10-AA41-D668-74F5-927DB1BAE6E3}"/>
              </a:ext>
            </a:extLst>
          </p:cNvPr>
          <p:cNvSpPr txBox="1"/>
          <p:nvPr userDrawn="1">
            <p:custDataLst>
              <p:tags r:id="rId25"/>
            </p:custDataLst>
          </p:nvPr>
        </p:nvSpPr>
        <p:spPr bwMode="black">
          <a:xfrm>
            <a:off x="7717487" y="4874536"/>
            <a:ext cx="740588" cy="10387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75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Greenlabs - Madrid</a:t>
            </a:r>
          </a:p>
        </p:txBody>
      </p:sp>
    </p:spTree>
    <p:extLst>
      <p:ext uri="{BB962C8B-B14F-4D97-AF65-F5344CB8AC3E}">
        <p14:creationId xmlns:p14="http://schemas.microsoft.com/office/powerpoint/2010/main" val="773348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413" imgH="416" progId="TCLayout.ActiveDocument.1">
                  <p:embed/>
                </p:oleObj>
              </mc:Choice>
              <mc:Fallback>
                <p:oleObj name="think-cell Slide" r:id="rId26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75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0" y="0"/>
            <a:ext cx="4574286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929879" y="4840327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16052" y="4840327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4929879" y="886430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416052" y="886430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416052" y="886430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4929879" y="266319"/>
            <a:ext cx="3799332" cy="54864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4929879" y="965577"/>
            <a:ext cx="3799332" cy="228525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251460" y="112776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225"/>
              </a:spcBef>
              <a:spcAft>
                <a:spcPts val="225"/>
              </a:spcAft>
              <a:buNone/>
            </a:pPr>
            <a:endParaRPr lang="en-DK" sz="120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5722620" y="75406"/>
            <a:ext cx="3005328" cy="92334"/>
          </a:xfrm>
        </p:spPr>
        <p:txBody>
          <a:bodyPr wrap="square" anchor="ctr" anchorCtr="0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63461F9-9C97-4BBF-8EE1-8735C5B4DB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413" imgH="416" progId="TCLayout.ActiveDocument.1">
                  <p:embed/>
                </p:oleObj>
              </mc:Choice>
              <mc:Fallback>
                <p:oleObj name="think-cell Slide" r:id="rId26" imgW="413" imgH="41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63461F9-9C97-4BBF-8EE1-8735C5B4DB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22F0C06A-18C7-51B8-A26D-94A73D1A4084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75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9" name="RectangleLight">
            <a:extLst>
              <a:ext uri="{FF2B5EF4-FFF2-40B4-BE49-F238E27FC236}">
                <a16:creationId xmlns:a16="http://schemas.microsoft.com/office/drawing/2014/main" id="{DBB8A04B-9CFE-4583-CE0E-17D00CA573E2}"/>
              </a:ext>
            </a:extLst>
          </p:cNvPr>
          <p:cNvSpPr/>
          <p:nvPr userDrawn="1">
            <p:custDataLst>
              <p:tags r:id="rId16"/>
            </p:custDataLst>
          </p:nvPr>
        </p:nvSpPr>
        <p:spPr bwMode="ltGray">
          <a:xfrm>
            <a:off x="0" y="0"/>
            <a:ext cx="4574286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E41191D3-6107-2B6A-A94F-F7DF624FE50C}"/>
              </a:ext>
            </a:extLst>
          </p:cNvPr>
          <p:cNvSpPr>
            <a:spLocks noChangeArrowheads="1"/>
          </p:cNvSpPr>
          <p:nvPr userDrawn="1">
            <p:custDataLst>
              <p:tags r:id="rId17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9C969D1F-54A0-9561-6453-8C20625498E4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4929879" y="4840327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9354F9A1-05F5-0781-963D-4C9F0F4B1EAF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416052" y="4840327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090AC9BC-7563-7E61-2E0C-6B620FC3F3A4}"/>
              </a:ext>
            </a:extLst>
          </p:cNvPr>
          <p:cNvCxnSpPr>
            <a:cxnSpLocks/>
          </p:cNvCxnSpPr>
          <p:nvPr userDrawn="1">
            <p:custDataLst>
              <p:tags r:id="rId20"/>
            </p:custDataLst>
          </p:nvPr>
        </p:nvCxnSpPr>
        <p:spPr>
          <a:xfrm>
            <a:off x="4929879" y="886430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2DE4C5D2-2543-6C02-C5EE-D09241D8EC0D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416052" y="886430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E7559E-E18F-CF01-1947-AF808EEA05C9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416052" y="886430"/>
            <a:ext cx="379933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4D2BB841-8C28-5795-8F5F-DCB1CD356BB8}"/>
              </a:ext>
            </a:extLst>
          </p:cNvPr>
          <p:cNvSpPr txBox="1"/>
          <p:nvPr userDrawn="1">
            <p:custDataLst>
              <p:tags r:id="rId23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56D9F9-D50C-E142-483F-FD5386B02E2D}"/>
              </a:ext>
            </a:extLst>
          </p:cNvPr>
          <p:cNvSpPr txBox="1"/>
          <p:nvPr userDrawn="1"/>
        </p:nvSpPr>
        <p:spPr>
          <a:xfrm>
            <a:off x="251460" y="112776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225"/>
              </a:spcBef>
              <a:spcAft>
                <a:spcPts val="225"/>
              </a:spcAft>
              <a:buNone/>
            </a:pPr>
            <a:endParaRPr lang="en-DK" sz="1200"/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AD607337-41DE-571B-F9D9-B177238DBBE7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 bwMode="black">
          <a:xfrm>
            <a:off x="7717487" y="4874536"/>
            <a:ext cx="740588" cy="10387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75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Greenlabs - Madrid</a:t>
            </a:r>
          </a:p>
        </p:txBody>
      </p:sp>
    </p:spTree>
    <p:extLst>
      <p:ext uri="{BB962C8B-B14F-4D97-AF65-F5344CB8AC3E}">
        <p14:creationId xmlns:p14="http://schemas.microsoft.com/office/powerpoint/2010/main" val="1745454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9537018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572" imgH="588" progId="TCLayout.ActiveDocument.1">
                  <p:embed/>
                </p:oleObj>
              </mc:Choice>
              <mc:Fallback>
                <p:oleObj name="think-cell Slide" r:id="rId27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75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16052" y="266319"/>
            <a:ext cx="5225796" cy="54864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5872734" y="0"/>
            <a:ext cx="3271266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black">
          <a:xfrm>
            <a:off x="7832904" y="4874536"/>
            <a:ext cx="625171" cy="10387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75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6130029" y="4840327"/>
            <a:ext cx="259918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416052" y="4840327"/>
            <a:ext cx="522579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6130029" y="886430"/>
            <a:ext cx="259918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416052" y="886430"/>
            <a:ext cx="522579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416052" y="886430"/>
            <a:ext cx="522579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416052" y="968344"/>
            <a:ext cx="5225796" cy="20775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416051" y="4876252"/>
            <a:ext cx="5225797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5722620" y="75406"/>
            <a:ext cx="3005328" cy="92334"/>
          </a:xfrm>
        </p:spPr>
        <p:txBody>
          <a:bodyPr wrap="square" anchor="ctr" anchorCtr="0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DB9171F-5667-5554-D279-CB3D46E785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879537018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572" imgH="588" progId="TCLayout.ActiveDocument.1">
                  <p:embed/>
                </p:oleObj>
              </mc:Choice>
              <mc:Fallback>
                <p:oleObj name="think-cell Slide" r:id="rId27" imgW="572" imgH="58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DB9171F-5667-5554-D279-CB3D46E785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76EE1FC6-3E30-3559-EF0F-C57EE619D61C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75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9" name="RectangleLight">
            <a:extLst>
              <a:ext uri="{FF2B5EF4-FFF2-40B4-BE49-F238E27FC236}">
                <a16:creationId xmlns:a16="http://schemas.microsoft.com/office/drawing/2014/main" id="{D30F62FB-5EEE-FD29-C855-3090F8B30669}"/>
              </a:ext>
            </a:extLst>
          </p:cNvPr>
          <p:cNvSpPr/>
          <p:nvPr userDrawn="1">
            <p:custDataLst>
              <p:tags r:id="rId17"/>
            </p:custDataLst>
          </p:nvPr>
        </p:nvSpPr>
        <p:spPr bwMode="ltGray">
          <a:xfrm>
            <a:off x="5872734" y="0"/>
            <a:ext cx="3271266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084F7CB-BE47-302C-BEE9-205A6129EAE2}"/>
              </a:ext>
            </a:extLst>
          </p:cNvPr>
          <p:cNvSpPr>
            <a:spLocks noChangeArrowheads="1"/>
          </p:cNvSpPr>
          <p:nvPr userDrawn="1">
            <p:custDataLst>
              <p:tags r:id="rId18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8EC983C4-C5C2-DBA4-341B-CEDEA6684EB8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6130029" y="4840327"/>
            <a:ext cx="259918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4E0CD5F1-7BE4-E8CF-63D2-8A1C26EEB284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416052" y="4840327"/>
            <a:ext cx="522579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49470E1E-6B43-F200-2526-608C20D4EB40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6130029" y="886430"/>
            <a:ext cx="2599182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D1AFD05E-F117-A202-F877-2DB89685F476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416052" y="886430"/>
            <a:ext cx="522579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94A9CB-C92D-6E3D-9351-ADCAD4AD9A69}"/>
              </a:ext>
            </a:extLst>
          </p:cNvPr>
          <p:cNvCxnSpPr/>
          <p:nvPr userDrawn="1">
            <p:custDataLst>
              <p:tags r:id="rId23"/>
            </p:custDataLst>
          </p:nvPr>
        </p:nvCxnSpPr>
        <p:spPr>
          <a:xfrm>
            <a:off x="416052" y="886430"/>
            <a:ext cx="522579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0AF4F4F3-492B-232C-9E2E-D9263E374B8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416051" y="4876252"/>
            <a:ext cx="5225797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  <p:sp>
        <p:nvSpPr>
          <p:cNvPr id="27" name="SlideLogoText">
            <a:extLst>
              <a:ext uri="{FF2B5EF4-FFF2-40B4-BE49-F238E27FC236}">
                <a16:creationId xmlns:a16="http://schemas.microsoft.com/office/drawing/2014/main" id="{E35ECF8B-0302-E0FE-1FE8-CDD5164CAF81}"/>
              </a:ext>
            </a:extLst>
          </p:cNvPr>
          <p:cNvSpPr txBox="1"/>
          <p:nvPr userDrawn="1">
            <p:custDataLst>
              <p:tags r:id="rId25"/>
            </p:custDataLst>
          </p:nvPr>
        </p:nvSpPr>
        <p:spPr bwMode="black">
          <a:xfrm>
            <a:off x="7717487" y="4874536"/>
            <a:ext cx="740588" cy="10387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75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Greenlabs - Madrid</a:t>
            </a:r>
          </a:p>
        </p:txBody>
      </p:sp>
    </p:spTree>
    <p:extLst>
      <p:ext uri="{BB962C8B-B14F-4D97-AF65-F5344CB8AC3E}">
        <p14:creationId xmlns:p14="http://schemas.microsoft.com/office/powerpoint/2010/main" val="6026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156438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413" imgH="416" progId="TCLayout.ActiveDocument.1">
                  <p:embed/>
                </p:oleObj>
              </mc:Choice>
              <mc:Fallback>
                <p:oleObj name="think-cell Slide" r:id="rId23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6586062" y="0"/>
            <a:ext cx="2557938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7832904" y="4874536"/>
            <a:ext cx="625171" cy="10387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75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4580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4580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839896" y="4840327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416052" y="4840327"/>
            <a:ext cx="5939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6839896" y="886430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416052" y="886430"/>
            <a:ext cx="5939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416052" y="265622"/>
            <a:ext cx="5939028" cy="54864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416052" y="968344"/>
            <a:ext cx="5939028" cy="22288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5722620" y="75406"/>
            <a:ext cx="3005328" cy="92334"/>
          </a:xfrm>
        </p:spPr>
        <p:txBody>
          <a:bodyPr wrap="square" anchor="ctr" anchorCtr="0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7C502D8-B77B-D51C-F9A2-98B86E06B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48156438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413" imgH="416" progId="TCLayout.ActiveDocument.1">
                  <p:embed/>
                </p:oleObj>
              </mc:Choice>
              <mc:Fallback>
                <p:oleObj name="think-cell Slide" r:id="rId23" imgW="413" imgH="41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7C502D8-B77B-D51C-F9A2-98B86E06B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C97EDE60-A57D-CD38-B286-50CDF5B7EB4E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61D8E462-B924-AF34-0884-8A16BCAA943B}"/>
              </a:ext>
            </a:extLst>
          </p:cNvPr>
          <p:cNvSpPr/>
          <p:nvPr userDrawn="1">
            <p:custDataLst>
              <p:tags r:id="rId16"/>
            </p:custDataLst>
          </p:nvPr>
        </p:nvSpPr>
        <p:spPr bwMode="ltGray">
          <a:xfrm>
            <a:off x="6586062" y="0"/>
            <a:ext cx="2557938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A91DC75C-DD75-0A74-1029-F15D142D9218}"/>
              </a:ext>
            </a:extLst>
          </p:cNvPr>
          <p:cNvSpPr>
            <a:spLocks noChangeArrowheads="1"/>
          </p:cNvSpPr>
          <p:nvPr userDrawn="1">
            <p:custDataLst>
              <p:tags r:id="rId17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4580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4580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32808131-2770-4914-3C35-5D5F1B877304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6839896" y="886430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3D060AC1-7266-E581-90D2-22BF57ABFCE3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416052" y="886430"/>
            <a:ext cx="5939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F7699801-0446-F5A4-B67C-0F9C015045C5}"/>
              </a:ext>
            </a:extLst>
          </p:cNvPr>
          <p:cNvSpPr txBox="1"/>
          <p:nvPr userDrawn="1">
            <p:custDataLst>
              <p:tags r:id="rId20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3" name="SlideLogoText">
            <a:extLst>
              <a:ext uri="{FF2B5EF4-FFF2-40B4-BE49-F238E27FC236}">
                <a16:creationId xmlns:a16="http://schemas.microsoft.com/office/drawing/2014/main" id="{4E82B0D9-91C6-0A21-FA12-DEBE261D5CE0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7717487" y="4874536"/>
            <a:ext cx="740588" cy="10387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75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Greenlabs - Madrid</a:t>
            </a:r>
          </a:p>
        </p:txBody>
      </p:sp>
    </p:spTree>
    <p:extLst>
      <p:ext uri="{BB962C8B-B14F-4D97-AF65-F5344CB8AC3E}">
        <p14:creationId xmlns:p14="http://schemas.microsoft.com/office/powerpoint/2010/main" val="3744316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3822668" y="2179869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7AF45CF-8CF8-859B-54AD-380CD1C3AB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7AF45CF-8CF8-859B-54AD-380CD1C3AB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1A530B4-08AF-E1AC-9B38-2FE5EDBE34E4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962208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0C5396-A74C-51C3-AEC5-D35E7FDD26A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0008268"/>
              </p:ext>
            </p:extLst>
          </p:nvPr>
        </p:nvGraphicFramePr>
        <p:xfrm>
          <a:off x="1192" y="1191"/>
          <a:ext cx="92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0C5396-A74C-51C3-AEC5-D35E7FDD26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6052" y="3435351"/>
            <a:ext cx="8311896" cy="507831"/>
          </a:xfrm>
        </p:spPr>
        <p:txBody>
          <a:bodyPr vert="horz" anchor="b">
            <a:noAutofit/>
          </a:bodyPr>
          <a:lstStyle>
            <a:lvl1pPr>
              <a:lnSpc>
                <a:spcPct val="100000"/>
              </a:lnSpc>
              <a:defRPr sz="33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5FB0D-5CC7-9318-47B3-B932C5E0C6E2}"/>
              </a:ext>
            </a:extLst>
          </p:cNvPr>
          <p:cNvSpPr txBox="1"/>
          <p:nvPr/>
        </p:nvSpPr>
        <p:spPr>
          <a:xfrm>
            <a:off x="1382316" y="-60007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225"/>
              </a:spcBef>
              <a:spcAft>
                <a:spcPts val="225"/>
              </a:spcAft>
              <a:buNone/>
            </a:pPr>
            <a:endParaRPr lang="en-DK" sz="120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51CB7D96-238D-424E-1A92-C27F075F834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5722620" y="75406"/>
            <a:ext cx="3005328" cy="92334"/>
          </a:xfrm>
        </p:spPr>
        <p:txBody>
          <a:bodyPr wrap="square" anchor="ctr" anchorCtr="0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975DB1-3558-311D-9A03-39673FF07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200008268"/>
              </p:ext>
            </p:extLst>
          </p:nvPr>
        </p:nvGraphicFramePr>
        <p:xfrm>
          <a:off x="1192" y="1191"/>
          <a:ext cx="92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975DB1-3558-311D-9A03-39673FF07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1702AE04-DA0E-F559-88FD-96124DBD550A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096F342-F38D-7CD4-07FB-45705E8A85E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205CA1-F715-C1E4-FB4C-4AC74B085F86}"/>
              </a:ext>
            </a:extLst>
          </p:cNvPr>
          <p:cNvSpPr txBox="1"/>
          <p:nvPr userDrawn="1"/>
        </p:nvSpPr>
        <p:spPr>
          <a:xfrm>
            <a:off x="1382316" y="-60007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225"/>
              </a:spcBef>
              <a:spcAft>
                <a:spcPts val="225"/>
              </a:spcAft>
              <a:buNone/>
            </a:pPr>
            <a:endParaRPr lang="en-DK" sz="1200"/>
          </a:p>
        </p:txBody>
      </p:sp>
    </p:spTree>
    <p:extLst>
      <p:ext uri="{BB962C8B-B14F-4D97-AF65-F5344CB8AC3E}">
        <p14:creationId xmlns:p14="http://schemas.microsoft.com/office/powerpoint/2010/main" val="142301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9" cy="60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426839" y="1050025"/>
            <a:ext cx="8304015" cy="3622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771A5E6-4EA7-C278-CF9B-197E6937D3F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8B23C019-3D76-9585-DF94-4D39967D422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5722620" y="75406"/>
            <a:ext cx="3005328" cy="92334"/>
          </a:xfrm>
        </p:spPr>
        <p:txBody>
          <a:bodyPr wrap="square" anchor="ctr" anchorCtr="0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67CAB41-A26F-42B9-3C41-B017FEB9BA42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497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9" cy="60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80E36D8-9727-3A66-B568-44AB140574C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5722620" y="75406"/>
            <a:ext cx="3005328" cy="92334"/>
          </a:xfrm>
        </p:spPr>
        <p:txBody>
          <a:bodyPr wrap="square" anchor="ctr" anchorCtr="0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649F191-C694-FE89-7416-DE67666A6CAC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CDFBA8B-2CB8-1392-4DF8-698F52C1BAA7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530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5DDE-08ED-4939-B42D-FCE998A2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D3418-51D4-5391-448E-744257B6D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9CD5BD8-2663-9BE4-201E-456E71D4564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7445299-D3A1-A147-89CB-13B22F4BAB61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672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pag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4239152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25"/>
              </a:spcBef>
              <a:spcAft>
                <a:spcPts val="225"/>
              </a:spcAft>
            </a:pPr>
            <a:endParaRPr lang="en-US" sz="33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413957" y="244936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416052" y="3382626"/>
            <a:ext cx="4691444" cy="161583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050">
                <a:solidFill>
                  <a:schemeClr val="tx1"/>
                </a:solidFill>
              </a:defRPr>
            </a:lvl1pPr>
            <a:lvl2pPr marL="86916" indent="0">
              <a:buNone/>
              <a:defRPr>
                <a:solidFill>
                  <a:schemeClr val="bg1"/>
                </a:solidFill>
              </a:defRPr>
            </a:lvl2pPr>
            <a:lvl3pPr marL="349758" indent="0">
              <a:buNone/>
              <a:defRPr>
                <a:solidFill>
                  <a:schemeClr val="bg1"/>
                </a:solidFill>
              </a:defRPr>
            </a:lvl3pPr>
            <a:lvl4pPr marL="610362" indent="0">
              <a:buNone/>
              <a:defRPr>
                <a:solidFill>
                  <a:schemeClr val="bg1"/>
                </a:solidFill>
              </a:defRPr>
            </a:lvl4pPr>
            <a:lvl5pPr marL="870966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413957" y="3069420"/>
            <a:ext cx="4691444" cy="230833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13957" y="1889760"/>
            <a:ext cx="4691444" cy="1088874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33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06420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6469319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44" imgH="344" progId="TCLayout.ActiveDocument.1">
                  <p:embed/>
                </p:oleObj>
              </mc:Choice>
              <mc:Fallback>
                <p:oleObj name="think-cell Slide" r:id="rId10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25"/>
              </a:spcBef>
              <a:spcAft>
                <a:spcPts val="225"/>
              </a:spcAft>
            </a:pPr>
            <a:endParaRPr lang="en-US" sz="33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413957" y="244936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416052" y="3382626"/>
            <a:ext cx="4691444" cy="16158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>
              <a:buNone/>
              <a:defRPr sz="1050">
                <a:solidFill>
                  <a:schemeClr val="bg2"/>
                </a:solidFill>
              </a:defRPr>
            </a:lvl1pPr>
            <a:lvl2pPr marL="86916" indent="0">
              <a:buNone/>
              <a:defRPr>
                <a:solidFill>
                  <a:schemeClr val="bg1"/>
                </a:solidFill>
              </a:defRPr>
            </a:lvl2pPr>
            <a:lvl3pPr marL="349758" indent="0">
              <a:buNone/>
              <a:defRPr>
                <a:solidFill>
                  <a:schemeClr val="bg1"/>
                </a:solidFill>
              </a:defRPr>
            </a:lvl3pPr>
            <a:lvl4pPr marL="610362" indent="0">
              <a:buNone/>
              <a:defRPr>
                <a:solidFill>
                  <a:schemeClr val="bg1"/>
                </a:solidFill>
              </a:defRPr>
            </a:lvl4pPr>
            <a:lvl5pPr marL="870966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413957" y="3069420"/>
            <a:ext cx="4691444" cy="23083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15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13957" y="1889760"/>
            <a:ext cx="4691444" cy="1088874"/>
          </a:xfrm>
          <a:prstGeom prst="rect">
            <a:avLst/>
          </a:prstGeom>
          <a:solidFill>
            <a:schemeClr val="tx1"/>
          </a:solidFill>
        </p:spPr>
        <p:txBody>
          <a:bodyPr vert="horz" anchor="b">
            <a:normAutofit/>
          </a:bodyPr>
          <a:lstStyle>
            <a:lvl1pPr>
              <a:defRPr sz="3300" baseline="0">
                <a:ln w="6350" cap="flat">
                  <a:noFill/>
                  <a:miter lim="800000"/>
                </a:ln>
                <a:solidFill>
                  <a:schemeClr val="bg2"/>
                </a:solidFill>
              </a:defRPr>
            </a:lvl1pPr>
          </a:lstStyle>
          <a:p>
            <a:r>
              <a:rPr lang="en-US"/>
              <a:t>Click to change Master title style</a:t>
            </a:r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6878C5C-D77F-0965-E11A-3B3FE08EBF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916469319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44" imgH="344" progId="TCLayout.ActiveDocument.1">
                  <p:embed/>
                </p:oleObj>
              </mc:Choice>
              <mc:Fallback>
                <p:oleObj name="think-cell Slide" r:id="rId10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6878C5C-D77F-0965-E11A-3B3FE08EBF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906DCBAD-A7A8-28D6-C295-CDAAFE9B5175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25"/>
              </a:spcBef>
              <a:spcAft>
                <a:spcPts val="225"/>
              </a:spcAft>
            </a:pPr>
            <a:endParaRPr lang="en-US" sz="33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524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9050593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3" name="Object 8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75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16052" y="266319"/>
            <a:ext cx="8311896" cy="54864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416052" y="989225"/>
            <a:ext cx="8311896" cy="207750"/>
          </a:xfrm>
        </p:spPr>
        <p:txBody>
          <a:bodyPr wrap="square"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  <p:graphicFrame>
        <p:nvGraphicFramePr>
          <p:cNvPr id="4" name="Object 8" hidden="1">
            <a:extLst>
              <a:ext uri="{FF2B5EF4-FFF2-40B4-BE49-F238E27FC236}">
                <a16:creationId xmlns:a16="http://schemas.microsoft.com/office/drawing/2014/main" id="{9E38A7D7-608F-19F8-5D41-7353898A7DB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229050593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4" name="Object 8" hidden="1">
                        <a:extLst>
                          <a:ext uri="{FF2B5EF4-FFF2-40B4-BE49-F238E27FC236}">
                            <a16:creationId xmlns:a16="http://schemas.microsoft.com/office/drawing/2014/main" id="{9E38A7D7-608F-19F8-5D41-7353898A7D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7" hidden="1">
            <a:extLst>
              <a:ext uri="{FF2B5EF4-FFF2-40B4-BE49-F238E27FC236}">
                <a16:creationId xmlns:a16="http://schemas.microsoft.com/office/drawing/2014/main" id="{10AFCC02-86C3-8739-7F28-7E571CCC6649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75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55AF5A0-7212-A12F-DDCF-78EF165B7FB2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B7D733CB-20BE-CB02-D3B0-B7DAA2977832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>
          <a:xfrm>
            <a:off x="416051" y="4876252"/>
            <a:ext cx="5458396" cy="9233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6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936900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352379" y="1246117"/>
            <a:ext cx="2253450" cy="60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3743686" y="1246117"/>
            <a:ext cx="4987167" cy="333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4765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1pPr>
            <a:lvl2pPr marL="685800" lvl="1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2pPr>
            <a:lvl3pPr marL="1028700" lvl="2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3pPr>
            <a:lvl4pPr marL="1371600" lvl="3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4pPr>
            <a:lvl5pPr marL="1714500" lvl="4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5722620" y="75406"/>
            <a:ext cx="3005328" cy="92334"/>
          </a:xfrm>
        </p:spPr>
        <p:txBody>
          <a:bodyPr wrap="square" anchor="ctr" anchorCtr="0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7B1F91A-8608-5996-6EE2-52B576CD4117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327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E437F431-65C4-1E42-D5C4-97B366A1DD9D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8484394" y="4874066"/>
            <a:ext cx="244126" cy="10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2000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rontpag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4239152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25"/>
              </a:spcBef>
              <a:spcAft>
                <a:spcPts val="225"/>
              </a:spcAft>
            </a:pPr>
            <a:endParaRPr lang="en-US" sz="33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413957" y="244936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416052" y="3382626"/>
            <a:ext cx="4691444" cy="161583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050">
                <a:solidFill>
                  <a:schemeClr val="tx1"/>
                </a:solidFill>
              </a:defRPr>
            </a:lvl1pPr>
            <a:lvl2pPr marL="86921" indent="0">
              <a:buNone/>
              <a:defRPr>
                <a:solidFill>
                  <a:schemeClr val="bg1"/>
                </a:solidFill>
              </a:defRPr>
            </a:lvl2pPr>
            <a:lvl3pPr marL="349776" indent="0">
              <a:buNone/>
              <a:defRPr>
                <a:solidFill>
                  <a:schemeClr val="bg1"/>
                </a:solidFill>
              </a:defRPr>
            </a:lvl3pPr>
            <a:lvl4pPr marL="610393" indent="0">
              <a:buNone/>
              <a:defRPr>
                <a:solidFill>
                  <a:schemeClr val="bg1"/>
                </a:solidFill>
              </a:defRPr>
            </a:lvl4pPr>
            <a:lvl5pPr marL="87101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413957" y="3069421"/>
            <a:ext cx="4691444" cy="230833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18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9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8" indent="0" algn="ctr">
              <a:buNone/>
              <a:defRPr sz="1200"/>
            </a:lvl9pPr>
          </a:lstStyle>
          <a:p>
            <a:r>
              <a:rPr lang="en-US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13957" y="1889760"/>
            <a:ext cx="4691444" cy="1088874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33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63775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8245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00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tags" Target="../tags/tag2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8.xml"/><Relationship Id="rId47" Type="http://schemas.openxmlformats.org/officeDocument/2006/relationships/tags" Target="../tags/tag23.xml"/><Relationship Id="rId63" Type="http://schemas.openxmlformats.org/officeDocument/2006/relationships/tags" Target="../tags/tag39.xml"/><Relationship Id="rId68" Type="http://schemas.openxmlformats.org/officeDocument/2006/relationships/tags" Target="../tags/tag4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5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32" Type="http://schemas.openxmlformats.org/officeDocument/2006/relationships/tags" Target="../tags/tag8.xml"/><Relationship Id="rId37" Type="http://schemas.openxmlformats.org/officeDocument/2006/relationships/tags" Target="../tags/tag13.xml"/><Relationship Id="rId40" Type="http://schemas.openxmlformats.org/officeDocument/2006/relationships/tags" Target="../tags/tag16.xml"/><Relationship Id="rId45" Type="http://schemas.openxmlformats.org/officeDocument/2006/relationships/tags" Target="../tags/tag21.xml"/><Relationship Id="rId53" Type="http://schemas.openxmlformats.org/officeDocument/2006/relationships/tags" Target="../tags/tag29.xml"/><Relationship Id="rId58" Type="http://schemas.openxmlformats.org/officeDocument/2006/relationships/tags" Target="../tags/tag34.xml"/><Relationship Id="rId66" Type="http://schemas.openxmlformats.org/officeDocument/2006/relationships/tags" Target="../tags/tag42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7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3.xml"/><Relationship Id="rId30" Type="http://schemas.openxmlformats.org/officeDocument/2006/relationships/tags" Target="../tags/tag6.xml"/><Relationship Id="rId35" Type="http://schemas.openxmlformats.org/officeDocument/2006/relationships/tags" Target="../tags/tag11.xml"/><Relationship Id="rId43" Type="http://schemas.openxmlformats.org/officeDocument/2006/relationships/tags" Target="../tags/tag19.xml"/><Relationship Id="rId48" Type="http://schemas.openxmlformats.org/officeDocument/2006/relationships/tags" Target="../tags/tag24.xml"/><Relationship Id="rId56" Type="http://schemas.openxmlformats.org/officeDocument/2006/relationships/tags" Target="../tags/tag32.xml"/><Relationship Id="rId64" Type="http://schemas.openxmlformats.org/officeDocument/2006/relationships/tags" Target="../tags/tag40.xml"/><Relationship Id="rId69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7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1.xml"/><Relationship Id="rId33" Type="http://schemas.openxmlformats.org/officeDocument/2006/relationships/tags" Target="../tags/tag9.xml"/><Relationship Id="rId38" Type="http://schemas.openxmlformats.org/officeDocument/2006/relationships/tags" Target="../tags/tag14.xml"/><Relationship Id="rId46" Type="http://schemas.openxmlformats.org/officeDocument/2006/relationships/tags" Target="../tags/tag22.xml"/><Relationship Id="rId59" Type="http://schemas.openxmlformats.org/officeDocument/2006/relationships/tags" Target="../tags/tag35.xml"/><Relationship Id="rId67" Type="http://schemas.openxmlformats.org/officeDocument/2006/relationships/tags" Target="../tags/tag43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7.xml"/><Relationship Id="rId54" Type="http://schemas.openxmlformats.org/officeDocument/2006/relationships/tags" Target="../tags/tag30.xml"/><Relationship Id="rId62" Type="http://schemas.openxmlformats.org/officeDocument/2006/relationships/tags" Target="../tags/tag38.xml"/><Relationship Id="rId7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4.xml"/><Relationship Id="rId36" Type="http://schemas.openxmlformats.org/officeDocument/2006/relationships/tags" Target="../tags/tag12.xml"/><Relationship Id="rId49" Type="http://schemas.openxmlformats.org/officeDocument/2006/relationships/tags" Target="../tags/tag25.xml"/><Relationship Id="rId57" Type="http://schemas.openxmlformats.org/officeDocument/2006/relationships/tags" Target="../tags/tag33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7.xml"/><Relationship Id="rId44" Type="http://schemas.openxmlformats.org/officeDocument/2006/relationships/tags" Target="../tags/tag20.xml"/><Relationship Id="rId52" Type="http://schemas.openxmlformats.org/officeDocument/2006/relationships/tags" Target="../tags/tag28.xml"/><Relationship Id="rId60" Type="http://schemas.openxmlformats.org/officeDocument/2006/relationships/tags" Target="../tags/tag36.xml"/><Relationship Id="rId65" Type="http://schemas.openxmlformats.org/officeDocument/2006/relationships/tags" Target="../tags/tag4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5.xml"/><Relationship Id="rId34" Type="http://schemas.openxmlformats.org/officeDocument/2006/relationships/tags" Target="../tags/tag10.xml"/><Relationship Id="rId50" Type="http://schemas.openxmlformats.org/officeDocument/2006/relationships/tags" Target="../tags/tag26.xml"/><Relationship Id="rId55" Type="http://schemas.openxmlformats.org/officeDocument/2006/relationships/tags" Target="../tags/tag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1231278288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9" imgW="413" imgH="416" progId="TCLayout.ActiveDocument.1">
                  <p:embed/>
                </p:oleObj>
              </mc:Choice>
              <mc:Fallback>
                <p:oleObj name="think-cell Slide" r:id="rId6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0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75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5856400" y="4874536"/>
            <a:ext cx="2601674" cy="10387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75" kern="1200">
                <a:solidFill>
                  <a:schemeClr val="bg1">
                    <a:lumMod val="50000"/>
                  </a:schemeClr>
                </a:solidFill>
                <a:latin typeface="Raleway" pitchFamily="2" charset="77"/>
                <a:ea typeface="Helvetica Neue" panose="02000503000000020004" pitchFamily="2" charset="0"/>
                <a:cs typeface="ToyotaType-Regular" panose="020B0602020202020204" pitchFamily="34" charset="0"/>
              </a:rPr>
              <a:t>Aerospace Predictive Maintenance – Deep Learning Final Project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28"/>
            </p:custDataLst>
          </p:nvPr>
        </p:nvCxnSpPr>
        <p:spPr>
          <a:xfrm>
            <a:off x="416052" y="4840327"/>
            <a:ext cx="831189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29"/>
            </p:custDataLst>
          </p:nvPr>
        </p:nvCxnSpPr>
        <p:spPr>
          <a:xfrm>
            <a:off x="416052" y="886430"/>
            <a:ext cx="831189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415479" y="4709272"/>
            <a:ext cx="5458968" cy="9233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1"/>
            </p:custDataLst>
          </p:nvPr>
        </p:nvSpPr>
        <p:spPr>
          <a:xfrm>
            <a:off x="416052" y="266319"/>
            <a:ext cx="8311896" cy="54864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052" y="1628775"/>
            <a:ext cx="8311896" cy="18928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2"/>
            </p:custDataLst>
          </p:nvPr>
        </p:nvGrpSpPr>
        <p:grpSpPr>
          <a:xfrm>
            <a:off x="0" y="0"/>
            <a:ext cx="9142857" cy="51435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7916083" y="3242120"/>
            <a:ext cx="738650" cy="1287962"/>
            <a:chOff x="9585951" y="2980107"/>
            <a:chExt cx="984866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8" y="2980107"/>
              <a:ext cx="658719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4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5"/>
              <a:ext cx="653112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5792760" y="1276843"/>
            <a:ext cx="767712" cy="1298895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8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7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7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4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5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18651" y="966956"/>
            <a:ext cx="322652" cy="122341"/>
            <a:chOff x="8456447" y="272180"/>
            <a:chExt cx="322636" cy="163087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636" cy="16308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895395">
                <a:buClr>
                  <a:schemeClr val="tx2"/>
                </a:buClr>
              </a:pPr>
              <a:r>
                <a:rPr lang="en-US" sz="675" b="1" spc="38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6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35267"/>
              <a:ext cx="322636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7775947" y="2476257"/>
            <a:ext cx="952002" cy="718715"/>
            <a:chOff x="4372690" y="3739103"/>
            <a:chExt cx="1269335" cy="958287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4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6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 baseline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 baseline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 baseline="0">
                <a:latin typeface="+mn-lt"/>
                <a:ea typeface="+mn-ea"/>
              </a:endParaRPr>
            </a:p>
          </p:txBody>
        </p:sp>
      </p:grp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AAF55C4-9C33-6D57-6666-7D36A1F10D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1231278288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9" imgW="413" imgH="416" progId="TCLayout.ActiveDocument.1">
                  <p:embed/>
                </p:oleObj>
              </mc:Choice>
              <mc:Fallback>
                <p:oleObj name="think-cell Slide" r:id="rId69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AAF55C4-9C33-6D57-6666-7D36A1F10D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0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21C823AC-24D0-13DB-AD7B-2B74AC89AB6F}"/>
              </a:ext>
            </a:extLst>
          </p:cNvPr>
          <p:cNvSpPr/>
          <p:nvPr userDrawn="1">
            <p:custDataLst>
              <p:tags r:id="rId34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75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3D2F5AFE-4877-CB98-96FB-2D093E52753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416052" y="4840327"/>
            <a:ext cx="8311896" cy="0"/>
          </a:xfrm>
          <a:prstGeom prst="line">
            <a:avLst/>
          </a:prstGeom>
          <a:ln w="6350">
            <a:solidFill>
              <a:schemeClr val="accent3">
                <a:lumMod val="40000"/>
                <a:lumOff val="60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36EAC9A7-4815-FF4A-E4F9-1D9B23294004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416052" y="886430"/>
            <a:ext cx="8311896" cy="0"/>
          </a:xfrm>
          <a:prstGeom prst="line">
            <a:avLst/>
          </a:prstGeom>
          <a:ln w="6350">
            <a:solidFill>
              <a:schemeClr val="accent3">
                <a:lumMod val="40000"/>
                <a:lumOff val="60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68CB054E-9EDA-5042-0F90-75152E6C18CA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415479" y="4709272"/>
            <a:ext cx="5458968" cy="9233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A58147C2-C9F2-746B-51D8-2AFFA5C38E7D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9142857" cy="51435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E684D51B-27C2-8843-9AE9-E1A628C1723E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A6D2504-012F-5566-5DBD-CD5409094700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717AFA0-4AC2-7B90-0EBB-82E44BEB3E70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332B74-AE91-9E77-2F04-200B5ACCE179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7C603A-8B8E-F516-6DA4-8BD868A9DF8E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FB8F3F8-CC80-A3B1-03EA-A85D1D3DEDC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4386BA7-3322-7377-DD41-C363E5064B0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23AC5A-FA32-3736-6724-47DB9E4B4305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476049B-6ADB-4455-778E-B0B69EC86DBA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A63E767-CD5C-210F-727A-FC5B079D8DA9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9A03305-E8BE-24A4-569A-A3C6A4772677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A93EC6C-6566-4768-C6F1-96A0B4EDA40C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4ACAF9-0412-5C1E-447A-65EC6AA38DE7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709E719-D391-1C51-A821-814449AE509A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9342EECA-A20C-4BE3-A7C3-62FBD127F7D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B8FB7744-3590-706E-5CC7-5E2E91376D1E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26C85263-0614-4E27-6D09-8EEA56BF0EA5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83C3AFA3-C805-D851-A9EE-C5E21B699725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920E8EF6-57A3-C5C7-EB20-7260469E2B17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60885F63-B529-C32E-54EA-E3A176D6E6A6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C69FA892-EB34-2822-2B4D-04C33D8CAE0B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077C25AE-23A6-D7E0-2BA1-2408BD65B2AC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DCFB0A8D-66F2-B55E-24A9-EE5C0DA559D7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CC294CBB-07FF-9996-F679-7E1308CFDAE6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154D7791-17BC-2D2D-FEB5-2360AA1AC2A9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3DC52D6A-3568-B5C4-8EE4-36D119F54AE1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D5D18E3F-792D-8C5B-E3E7-9B61A1C4BCFE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EBA23BF2-C0F3-9339-1177-7E7EB1103EC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ABD154C4-4379-6C19-F830-C05EFEACC62E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AE8AADBA-130D-40FC-C4A2-E2368D34F9FF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C6217839-163F-9DC3-D965-422F8CE092E9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4A60D48-E97A-BFA2-1334-C668B0E56772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4EFBE568-3120-90FE-B8C1-C207251A5E8E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6458FC1D-7BB7-FA37-D429-E076D993D019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EF6424F7-51A2-87E1-F659-9A86BC9A0A93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875EE350-82F5-9724-1CB6-2AD1520D017A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0993227E-88C2-8CE0-DA74-26C3908355A6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127D31D1-96CE-F256-3D13-60E70787C450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6A1D936-5867-4FFA-6E5B-53BF860691C4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A9EA66A-01EF-90F7-03EF-F7D657AA7C85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9172420-DBE8-C6F1-7F65-C231366F9C9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98F3C29-98A8-FD2B-4A73-C98C8CD29727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2A9838D-E4AB-5CF2-EF20-1491610C7CCF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B1DA4EA-6BC8-84BD-B0F9-2741B3C10699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FF70003-ECD5-B4C5-E160-166E5919FAFB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1C4C8849-799F-E0CB-2C2E-501F3BE4F922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53EBF50D-EE87-0960-CB9C-E1874937CBD4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60A755F2-44D6-D36D-951E-3A43288416B8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3BAA98D6-BE89-497C-6FB1-FAC03A97C449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2C97BBC0-8EBB-958F-9548-C131ECE961E9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E9B81A92-3F50-C21C-8599-EE41EF7FFABA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9A64523-D8EE-D36C-8B40-ECA7EF87D5E9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71280749-14DB-AF35-8321-E9C89A6F8D8B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6D2B6DAB-B354-C8E7-1A51-CA31F0DAA7EF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76A4623D-DEA3-A2A6-D80E-DEAC14B90A25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48346CE9-F258-3BA7-B12E-E0D96ADF8693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71E01DB0-BC01-1A31-B3BA-D74C641FB1DB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96DD7B55-099A-95EA-B92C-EAD3886DB2DB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5A0D9AC1-F78D-AAFA-0FE7-B6A49DF2E596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AC3BDEF3-0AF9-C888-0C90-0F5C2E2D9EB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62CF6141-4388-24C9-8715-6A44B36AEEA8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CC10A38E-7E82-4CFB-ACC5-434DC3CE9C0D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DBABEF7A-8CCB-9114-AD04-489DE05B9C43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8656DDB9-3E71-E4F7-7781-8B51BAF602CD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E4086348-D538-8A9C-8A82-62A24E735C3D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17330164-35D0-CE9D-DEE0-669E6F86098C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1F53E25E-1E3A-046A-3FE4-EEF62ADB8AC9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808C499-B23C-2810-DD49-3C0FB9B8A8FD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47D22AC9-E610-1DF1-DA7F-6E838D6B481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9F0BF1FA-7082-378D-735B-1520C382B945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526F31E8-D237-F38A-85E9-F973BE65D69A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6F572CAC-9358-7CDF-DDAE-0C5038E8B5D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651600DA-34C5-CD9E-450B-609B3EF24F9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860809BD-0A8D-C7B8-F7C2-AAF5E5BFBF94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DA980A3C-7B13-C095-37D8-81A30A35B50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80510B38-752A-4D1B-F8E8-D2F7B5B5F2CC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EB2B398-5EF4-28A1-0A70-E6A52173FFA0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F632E4EB-BBA3-C757-481E-FEC2CA6543AA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7B50A245-490E-5CD8-E792-3720592BB994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95C9D18B-E509-8D4E-3F09-5839CDEFDF3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477428EE-1322-0900-7785-912F246E6A5C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0BFD096F-BF30-7E07-4F29-2823942C3A0C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AB9DAF69-A94C-32C6-13A1-44755D4B4FC6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99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C302ED97-FABD-6452-2F5F-79B9AACE6CED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D7F6AD75-AE92-2438-0303-A672B45286B8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ADF5B8DC-E2E5-748B-3F25-1F5EC1BEEEE6}"/>
              </a:ext>
            </a:extLst>
          </p:cNvPr>
          <p:cNvGrpSpPr/>
          <p:nvPr userDrawn="1"/>
        </p:nvGrpSpPr>
        <p:grpSpPr>
          <a:xfrm>
            <a:off x="7916083" y="3242120"/>
            <a:ext cx="738650" cy="1287962"/>
            <a:chOff x="9585951" y="2980107"/>
            <a:chExt cx="984866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511AA84A-8FE5-E8A1-8C4D-53E2C8EA357B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6D244B49-CE67-F6D5-9595-09E336209AAD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82E1D56D-8C79-63BE-3BA3-FB4A5C8BFA31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5CE6566D-DE77-A92B-92A0-70346298505B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940C911B-1647-F26F-9B8B-00F3F2D54C85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EF325AB-FBFA-6DA2-0D3C-88D7BCEF28C1}"/>
                </a:ext>
              </a:extLst>
            </p:cNvPr>
            <p:cNvSpPr txBox="1"/>
            <p:nvPr/>
          </p:nvSpPr>
          <p:spPr>
            <a:xfrm>
              <a:off x="9912098" y="2980107"/>
              <a:ext cx="658719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2F5267D5-ECFE-C7D4-F879-856BEA172A8C}"/>
                </a:ext>
              </a:extLst>
            </p:cNvPr>
            <p:cNvSpPr txBox="1"/>
            <p:nvPr/>
          </p:nvSpPr>
          <p:spPr>
            <a:xfrm>
              <a:off x="9912097" y="33596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37747DCC-C1FB-007F-6CA1-A764B878BA9B}"/>
                </a:ext>
              </a:extLst>
            </p:cNvPr>
            <p:cNvSpPr txBox="1"/>
            <p:nvPr/>
          </p:nvSpPr>
          <p:spPr>
            <a:xfrm>
              <a:off x="9912097" y="37391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05AD07F2-045C-8486-7F94-B74697686002}"/>
                </a:ext>
              </a:extLst>
            </p:cNvPr>
            <p:cNvSpPr txBox="1"/>
            <p:nvPr/>
          </p:nvSpPr>
          <p:spPr>
            <a:xfrm>
              <a:off x="9912097" y="4110524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0C597980-2C91-04B0-73F2-BD0A754CDD36}"/>
                </a:ext>
              </a:extLst>
            </p:cNvPr>
            <p:cNvSpPr txBox="1"/>
            <p:nvPr/>
          </p:nvSpPr>
          <p:spPr>
            <a:xfrm>
              <a:off x="9912097" y="4481945"/>
              <a:ext cx="653112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B5B723B1-B477-B531-EE15-6E60B3043208}"/>
              </a:ext>
            </a:extLst>
          </p:cNvPr>
          <p:cNvGrpSpPr/>
          <p:nvPr userDrawn="1"/>
        </p:nvGrpSpPr>
        <p:grpSpPr>
          <a:xfrm>
            <a:off x="5792760" y="1276843"/>
            <a:ext cx="767712" cy="1298895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1DE2B26-95F0-728B-5F13-3B7F55761FF7}"/>
                </a:ext>
              </a:extLst>
            </p:cNvPr>
            <p:cNvSpPr txBox="1"/>
            <p:nvPr/>
          </p:nvSpPr>
          <p:spPr>
            <a:xfrm>
              <a:off x="8076312" y="1709818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81715AFC-41A3-1AF6-2598-D7512F16EB7E}"/>
                </a:ext>
              </a:extLst>
            </p:cNvPr>
            <p:cNvSpPr txBox="1"/>
            <p:nvPr/>
          </p:nvSpPr>
          <p:spPr>
            <a:xfrm>
              <a:off x="8076312" y="2085277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1AADD3E-B72D-4F3A-2C6B-0F1075D7B01C}"/>
                </a:ext>
              </a:extLst>
            </p:cNvPr>
            <p:cNvSpPr txBox="1"/>
            <p:nvPr/>
          </p:nvSpPr>
          <p:spPr>
            <a:xfrm>
              <a:off x="8076312" y="2460737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56DD6E9A-4D71-AD1C-6154-787569AC6965}"/>
                </a:ext>
              </a:extLst>
            </p:cNvPr>
            <p:cNvSpPr txBox="1"/>
            <p:nvPr/>
          </p:nvSpPr>
          <p:spPr>
            <a:xfrm>
              <a:off x="8076312" y="283619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CE7C6BB2-E871-0DB6-305F-8C9E5B6F71B9}"/>
                </a:ext>
              </a:extLst>
            </p:cNvPr>
            <p:cNvSpPr txBox="1"/>
            <p:nvPr/>
          </p:nvSpPr>
          <p:spPr>
            <a:xfrm>
              <a:off x="8076312" y="321165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8098C08A-253B-6C78-C84C-BDC5ECDC39B4}"/>
                </a:ext>
              </a:extLst>
            </p:cNvPr>
            <p:cNvGrpSpPr>
              <a:grpSpLocks noChangeAspect="1"/>
            </p:cNvGrpSpPr>
            <p:nvPr>
              <p:custDataLst>
                <p:tags r:id="rId39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21B7B88D-C441-17F5-E9F3-860BB53873B5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712ABA4E-24D2-09A7-1154-A6BD3CC257A4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288EFDA7-C997-D6FC-D0FB-DAB5F321883D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B1217A08-7810-A95F-C006-F05502DEB223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35ECBF01-3415-495A-B117-138CA47AE3DF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6E8D85DC-7D78-47FD-4F22-B00CB64141D9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A2536BB5-BBF2-1C89-C4C7-85CBF775CBE5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AC879887-03D5-6CC0-7201-385AC0D4A12F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73A680E0-8643-D014-488E-31C5FB8EC781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7206167D-8F5B-E2B3-F6B2-1B122780028C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27541A0F-D431-BF10-8D1F-ED57E48AA95A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9EA31594-F7F6-CC0F-F010-40B7446073F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E66C524-1E0D-F91D-E89D-0C7C8430D696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C604A283-D743-6B9B-12CB-C3AF3CF08D45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351529A0-2F3B-C54A-2F72-3C442E60D471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418646" y="966956"/>
            <a:ext cx="322657" cy="122341"/>
            <a:chOff x="8456447" y="272180"/>
            <a:chExt cx="322641" cy="163089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4B8DC3F9-61F5-A84A-2685-BB9EB0334AC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636" cy="163089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895395">
                <a:buClr>
                  <a:schemeClr val="tx2"/>
                </a:buClr>
              </a:pPr>
              <a:r>
                <a:rPr lang="en-US" sz="675" b="1" spc="38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6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340E5446-223E-9C53-F62E-017D41FA07A6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52" y="435269"/>
              <a:ext cx="322636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E76D07BF-70F5-06A7-033A-766C7A12D9D0}"/>
              </a:ext>
            </a:extLst>
          </p:cNvPr>
          <p:cNvGrpSpPr/>
          <p:nvPr userDrawn="1"/>
        </p:nvGrpSpPr>
        <p:grpSpPr>
          <a:xfrm>
            <a:off x="7775947" y="2476257"/>
            <a:ext cx="952002" cy="718715"/>
            <a:chOff x="4372690" y="3739103"/>
            <a:chExt cx="1269335" cy="958287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F679BF8B-064C-FAF3-453E-DA9227F54F67}"/>
                </a:ext>
              </a:extLst>
            </p:cNvPr>
            <p:cNvSpPr txBox="1"/>
            <p:nvPr/>
          </p:nvSpPr>
          <p:spPr>
            <a:xfrm>
              <a:off x="4988914" y="373910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72BE856F-4604-54C0-16AA-4BD4CC2C8DA9}"/>
                </a:ext>
              </a:extLst>
            </p:cNvPr>
            <p:cNvSpPr txBox="1"/>
            <p:nvPr/>
          </p:nvSpPr>
          <p:spPr>
            <a:xfrm>
              <a:off x="4988914" y="4110524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DDC5A484-6C35-3B19-1496-685252CAE278}"/>
                </a:ext>
              </a:extLst>
            </p:cNvPr>
            <p:cNvSpPr txBox="1"/>
            <p:nvPr/>
          </p:nvSpPr>
          <p:spPr>
            <a:xfrm>
              <a:off x="4988914" y="4481946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sz="105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BD9FE3C-C5C7-68F5-5F10-07055EC1472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B17E169F-EDD7-2977-8941-962B273322C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BE0B982D-F5C5-A414-2947-B1F25A2A08A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 baseline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412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75" b="1" kern="1200" spc="0" baseline="0">
          <a:ln w="6350" cap="flat">
            <a:noFill/>
            <a:miter lim="800000"/>
          </a:ln>
          <a:solidFill>
            <a:schemeClr val="tx1">
              <a:lumMod val="75000"/>
              <a:lumOff val="25000"/>
            </a:schemeClr>
          </a:solidFill>
          <a:latin typeface="Raleway" pitchFamily="2" charset="77"/>
          <a:ea typeface="Helvetica Neue" panose="02000503000000020004" pitchFamily="2" charset="0"/>
          <a:cs typeface="ToyotaType-Regular" panose="020B0602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25"/>
        </a:spcBef>
        <a:spcAft>
          <a:spcPts val="225"/>
        </a:spcAft>
        <a:buFont typeface="Segoe UI" panose="020B0502040204020203" pitchFamily="34" charset="0"/>
        <a:buChar char="​"/>
        <a:defRPr sz="1200" kern="1200">
          <a:solidFill>
            <a:schemeClr val="tx1">
              <a:lumMod val="75000"/>
              <a:lumOff val="25000"/>
            </a:schemeClr>
          </a:solidFill>
          <a:latin typeface="Raleway" pitchFamily="2" charset="77"/>
          <a:ea typeface="Helvetica Neue" panose="02000503000000020004" pitchFamily="2" charset="0"/>
          <a:cs typeface="ToyotaType-Regular" panose="020B0602020202020204" pitchFamily="34" charset="0"/>
        </a:defRPr>
      </a:lvl1pPr>
      <a:lvl2pPr marL="171450" indent="-169069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Font typeface="Wingdings" panose="05000000000000000000" pitchFamily="2" charset="2"/>
        <a:buChar char=""/>
        <a:defRPr sz="1200" kern="1200">
          <a:solidFill>
            <a:schemeClr val="tx1">
              <a:lumMod val="75000"/>
              <a:lumOff val="25000"/>
            </a:schemeClr>
          </a:solidFill>
          <a:latin typeface="Raleway" pitchFamily="2" charset="77"/>
          <a:ea typeface="Helvetica Neue" panose="02000503000000020004" pitchFamily="2" charset="0"/>
          <a:cs typeface="ToyotaType-Regular" panose="020B0602020202020204" pitchFamily="34" charset="0"/>
        </a:defRPr>
      </a:lvl2pPr>
      <a:lvl3pPr marL="386954" indent="-215504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Font typeface="Arial" panose="020B0604020202020204" pitchFamily="34" charset="0"/>
        <a:buChar char="—"/>
        <a:defRPr sz="1200" kern="1200">
          <a:solidFill>
            <a:schemeClr val="tx1">
              <a:lumMod val="75000"/>
              <a:lumOff val="25000"/>
            </a:schemeClr>
          </a:solidFill>
          <a:latin typeface="Raleway" pitchFamily="2" charset="77"/>
          <a:ea typeface="Helvetica Neue" panose="02000503000000020004" pitchFamily="2" charset="0"/>
          <a:cs typeface="ToyotaType-Regular" panose="020B0602020202020204" pitchFamily="34" charset="0"/>
        </a:defRPr>
      </a:lvl3pPr>
      <a:lvl4pPr marL="557213" indent="-136923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Font typeface="Arial" panose="020B0604020202020204" pitchFamily="34" charset="0"/>
        <a:buChar char="»"/>
        <a:defRPr sz="1200" kern="1200">
          <a:solidFill>
            <a:schemeClr val="tx1">
              <a:lumMod val="75000"/>
              <a:lumOff val="25000"/>
            </a:schemeClr>
          </a:solidFill>
          <a:latin typeface="Raleway" pitchFamily="2" charset="77"/>
          <a:ea typeface="Helvetica Neue" panose="02000503000000020004" pitchFamily="2" charset="0"/>
          <a:cs typeface="ToyotaType-Regular" panose="020B0602020202020204" pitchFamily="34" charset="0"/>
        </a:defRPr>
      </a:lvl4pPr>
      <a:lvl5pPr marL="685800" indent="-102394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604020202020204" pitchFamily="34" charset="0"/>
        <a:buChar char="›"/>
        <a:defRPr sz="1200" kern="1200">
          <a:solidFill>
            <a:schemeClr val="tx1">
              <a:lumMod val="75000"/>
              <a:lumOff val="25000"/>
            </a:schemeClr>
          </a:solidFill>
          <a:latin typeface="Raleway" pitchFamily="2" charset="77"/>
          <a:ea typeface="Helvetica Neue" panose="02000503000000020004" pitchFamily="2" charset="0"/>
          <a:cs typeface="ToyotaType-Regular" panose="020B0602020202020204" pitchFamily="34" charset="0"/>
        </a:defRPr>
      </a:lvl5pPr>
      <a:lvl6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6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6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6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6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5" Type="http://schemas.microsoft.com/office/2007/relationships/hdphoto" Target="../media/hdphoto3.wdp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6EF57-F97B-B486-8A54-F0E0AE00F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18D83E5-58F0-E4D0-7DC8-B71F08E6C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7"/>
            <a:ext cx="9146432" cy="514213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8FCFE61-4B38-30A0-A908-63C808DB45DF}"/>
              </a:ext>
            </a:extLst>
          </p:cNvPr>
          <p:cNvSpPr/>
          <p:nvPr/>
        </p:nvSpPr>
        <p:spPr>
          <a:xfrm>
            <a:off x="0" y="-27384"/>
            <a:ext cx="9144000" cy="4382660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62000">
                <a:schemeClr val="accent1">
                  <a:lumMod val="90000"/>
                  <a:lumOff val="10000"/>
                  <a:alpha val="70000"/>
                </a:schemeClr>
              </a:gs>
              <a:gs pos="99000">
                <a:schemeClr val="tx1">
                  <a:alpha val="70000"/>
                </a:schemeClr>
              </a:gs>
            </a:gsLst>
            <a:lin ang="5400000" scaled="1"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25"/>
              </a:spcBef>
              <a:spcAft>
                <a:spcPts val="225"/>
              </a:spcAft>
            </a:pPr>
            <a:endParaRPr lang="en-US" sz="1200" err="1">
              <a:solidFill>
                <a:schemeClr val="bg1"/>
              </a:solidFill>
              <a:latin typeface="Raleway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E998B3-F622-3EC4-3162-05882CD55120}"/>
              </a:ext>
            </a:extLst>
          </p:cNvPr>
          <p:cNvSpPr/>
          <p:nvPr/>
        </p:nvSpPr>
        <p:spPr>
          <a:xfrm>
            <a:off x="0" y="4355276"/>
            <a:ext cx="9169160" cy="78822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98000">
                <a:schemeClr val="accent1"/>
              </a:gs>
            </a:gsLst>
            <a:lin ang="27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35">
              <a:spcBef>
                <a:spcPts val="225"/>
              </a:spcBef>
              <a:spcAft>
                <a:spcPts val="225"/>
              </a:spcAft>
              <a:defRPr/>
            </a:pPr>
            <a:endParaRPr lang="en-US" sz="1200" err="1">
              <a:solidFill>
                <a:srgbClr val="000000"/>
              </a:solidFill>
              <a:latin typeface="Raleway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AADAD-BB0E-9568-B550-9E26EA844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956" y="3163103"/>
            <a:ext cx="4045749" cy="495126"/>
          </a:xfrm>
        </p:spPr>
        <p:txBody>
          <a:bodyPr/>
          <a:lstStyle/>
          <a:p>
            <a:r>
              <a:rPr lang="en-US" sz="1350">
                <a:solidFill>
                  <a:schemeClr val="bg1"/>
                </a:solidFill>
              </a:rPr>
              <a:t>An explainable deep learning system that estimates remaining useful life and enables proactive aircraft maintenance</a:t>
            </a:r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944515A5-D204-6DEA-EE7B-174B13F19C15}"/>
              </a:ext>
            </a:extLst>
          </p:cNvPr>
          <p:cNvSpPr/>
          <p:nvPr/>
        </p:nvSpPr>
        <p:spPr>
          <a:xfrm>
            <a:off x="233406" y="4589563"/>
            <a:ext cx="2871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35">
              <a:defRPr/>
            </a:pPr>
            <a:r>
              <a:rPr lang="en-US" sz="1050" b="1">
                <a:solidFill>
                  <a:schemeClr val="bg1"/>
                </a:solidFill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Deep Learning – Final Project</a:t>
            </a:r>
          </a:p>
          <a:p>
            <a:pPr defTabSz="685835">
              <a:defRPr/>
            </a:pPr>
            <a:r>
              <a:rPr lang="en-US" sz="1050" b="1">
                <a:solidFill>
                  <a:schemeClr val="accent1"/>
                </a:solidFill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June 2026</a:t>
            </a:r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5FE359CD-EB76-9F8D-4E40-679519A438B8}"/>
              </a:ext>
            </a:extLst>
          </p:cNvPr>
          <p:cNvSpPr/>
          <p:nvPr/>
        </p:nvSpPr>
        <p:spPr>
          <a:xfrm>
            <a:off x="413956" y="3034945"/>
            <a:ext cx="3708000" cy="0"/>
          </a:xfrm>
          <a:prstGeom prst="line">
            <a:avLst/>
          </a:prstGeom>
          <a:noFill/>
          <a:ln w="88900">
            <a:gradFill flip="none" rotWithShape="1">
              <a:gsLst>
                <a:gs pos="0">
                  <a:schemeClr val="accent1"/>
                </a:gs>
                <a:gs pos="74000">
                  <a:schemeClr val="accent1">
                    <a:lumMod val="60000"/>
                    <a:lumOff val="40000"/>
                  </a:schemeClr>
                </a:gs>
                <a:gs pos="35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1"/>
              <a:tileRect/>
            </a:gradFill>
            <a:prstDash val="solid"/>
          </a:ln>
        </p:spPr>
        <p:txBody>
          <a:bodyPr/>
          <a:lstStyle/>
          <a:p>
            <a:pPr defTabSz="685835">
              <a:defRPr/>
            </a:pPr>
            <a:endParaRPr lang="en-US" sz="1350">
              <a:solidFill>
                <a:srgbClr val="FFFFFF"/>
              </a:solidFill>
              <a:latin typeface="Raleway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F98555-3DD6-5BA4-1292-FA7C02C93476}"/>
              </a:ext>
            </a:extLst>
          </p:cNvPr>
          <p:cNvSpPr txBox="1"/>
          <p:nvPr/>
        </p:nvSpPr>
        <p:spPr>
          <a:xfrm>
            <a:off x="5367493" y="4610889"/>
            <a:ext cx="3543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Marian · </a:t>
            </a:r>
            <a:r>
              <a:rPr lang="en-US" sz="1200" b="1" kern="0">
                <a:solidFill>
                  <a:srgbClr val="FFFFFF"/>
                </a:solidFill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Theo · Nour ·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Nuria · Ignacio · Alberto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7D9ADB-C853-2B83-2727-7CE50F41B610}"/>
              </a:ext>
            </a:extLst>
          </p:cNvPr>
          <p:cNvSpPr txBox="1"/>
          <p:nvPr/>
        </p:nvSpPr>
        <p:spPr>
          <a:xfrm>
            <a:off x="413956" y="1876222"/>
            <a:ext cx="4889564" cy="10618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200" b="1">
                <a:solidFill>
                  <a:schemeClr val="bg1"/>
                </a:solidFill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What if the engine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200" b="1">
                <a:solidFill>
                  <a:schemeClr val="accent2"/>
                </a:solidFill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knew it was failing?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99018A4-EE3F-D3C4-0239-124B6CB280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797" y="204352"/>
            <a:ext cx="1310365" cy="131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58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9541F-6229-0322-E89B-9D576787F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/>
              <a:t>Fixed maintenance schedules leave airlines exposed to avoidable downtime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28B85-E1B2-9AB9-F22E-F11DBC9F23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050"/>
              <a:t>Aircraft engines already generate rich sensor data, but maintenance decisions often fail to reflect each engine’s true degradation state.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FA7AE-95E1-9715-1263-F9F1B60F3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580" y="-146992"/>
            <a:ext cx="956736" cy="9567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C5A50D-FFD8-610B-A4AA-DA66CAB6B6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666" b="28552"/>
          <a:stretch>
            <a:fillRect/>
          </a:stretch>
        </p:blipFill>
        <p:spPr>
          <a:xfrm>
            <a:off x="541093" y="1330307"/>
            <a:ext cx="8061815" cy="2482886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67C3016-2DEA-ABD4-FBCD-861CDE5A5F95}"/>
              </a:ext>
            </a:extLst>
          </p:cNvPr>
          <p:cNvSpPr/>
          <p:nvPr/>
        </p:nvSpPr>
        <p:spPr>
          <a:xfrm>
            <a:off x="416052" y="4023360"/>
            <a:ext cx="2736000" cy="771277"/>
          </a:xfrm>
          <a:prstGeom prst="roundRect">
            <a:avLst>
              <a:gd name="adj" fmla="val 8420"/>
            </a:avLst>
          </a:prstGeom>
          <a:solidFill>
            <a:srgbClr val="C00000">
              <a:alpha val="10000"/>
            </a:srgbClr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  <a:latin typeface="Raleway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EF58A3E-8EA5-8D60-6601-0C3207EB5F29}"/>
              </a:ext>
            </a:extLst>
          </p:cNvPr>
          <p:cNvSpPr/>
          <p:nvPr/>
        </p:nvSpPr>
        <p:spPr>
          <a:xfrm>
            <a:off x="3204000" y="4023360"/>
            <a:ext cx="2736000" cy="771277"/>
          </a:xfrm>
          <a:prstGeom prst="roundRect">
            <a:avLst>
              <a:gd name="adj" fmla="val 8420"/>
            </a:avLst>
          </a:prstGeom>
          <a:solidFill>
            <a:schemeClr val="accent6">
              <a:lumMod val="90000"/>
              <a:alpha val="20000"/>
            </a:schemeClr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  <a:latin typeface="Raleway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436DAC4-C9C5-94E3-E187-0B272F8150B1}"/>
              </a:ext>
            </a:extLst>
          </p:cNvPr>
          <p:cNvSpPr/>
          <p:nvPr/>
        </p:nvSpPr>
        <p:spPr>
          <a:xfrm>
            <a:off x="5991948" y="4023360"/>
            <a:ext cx="2736000" cy="771277"/>
          </a:xfrm>
          <a:prstGeom prst="roundRect">
            <a:avLst>
              <a:gd name="adj" fmla="val 8420"/>
            </a:avLst>
          </a:prstGeom>
          <a:solidFill>
            <a:schemeClr val="accent2">
              <a:alpha val="20000"/>
            </a:schemeClr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  <a:latin typeface="Raleway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3A5EE3-12E7-BA27-54B3-728215AAEBEF}"/>
              </a:ext>
            </a:extLst>
          </p:cNvPr>
          <p:cNvSpPr>
            <a:spLocks noChangeAspect="1"/>
          </p:cNvSpPr>
          <p:nvPr/>
        </p:nvSpPr>
        <p:spPr>
          <a:xfrm>
            <a:off x="572494" y="4102998"/>
            <a:ext cx="612000" cy="612000"/>
          </a:xfrm>
          <a:prstGeom prst="ellipse">
            <a:avLst/>
          </a:prstGeom>
          <a:solidFill>
            <a:schemeClr val="bg1"/>
          </a:solidFill>
          <a:ln w="6350" cap="sq">
            <a:solidFill>
              <a:srgbClr val="C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  <a:latin typeface="Raleway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E231A52-195D-48BE-EBAB-2AE18D9B50B1}"/>
              </a:ext>
            </a:extLst>
          </p:cNvPr>
          <p:cNvSpPr>
            <a:spLocks noChangeAspect="1"/>
          </p:cNvSpPr>
          <p:nvPr/>
        </p:nvSpPr>
        <p:spPr>
          <a:xfrm>
            <a:off x="3386503" y="4102998"/>
            <a:ext cx="612000" cy="61200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accent3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  <a:latin typeface="Raleway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85017BA-78F6-C5F2-961F-3F890FB5CD27}"/>
              </a:ext>
            </a:extLst>
          </p:cNvPr>
          <p:cNvSpPr>
            <a:spLocks noChangeAspect="1"/>
          </p:cNvSpPr>
          <p:nvPr/>
        </p:nvSpPr>
        <p:spPr>
          <a:xfrm>
            <a:off x="6178163" y="4102998"/>
            <a:ext cx="612000" cy="61200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  <a:latin typeface="Raleway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A32E3B-B557-9337-829C-1C6F650F3409}"/>
              </a:ext>
            </a:extLst>
          </p:cNvPr>
          <p:cNvSpPr txBox="1"/>
          <p:nvPr/>
        </p:nvSpPr>
        <p:spPr>
          <a:xfrm>
            <a:off x="1262503" y="4098783"/>
            <a:ext cx="1502797" cy="16927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Unplanned failure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2BE0AA-7525-5C97-E7D1-791DCEBAE2F6}"/>
              </a:ext>
            </a:extLst>
          </p:cNvPr>
          <p:cNvSpPr txBox="1"/>
          <p:nvPr/>
        </p:nvSpPr>
        <p:spPr>
          <a:xfrm>
            <a:off x="4050451" y="4098783"/>
            <a:ext cx="1502797" cy="16927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Planned maintenance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8C5DAD-B431-08A1-C21C-7A80F03E7C49}"/>
              </a:ext>
            </a:extLst>
          </p:cNvPr>
          <p:cNvSpPr txBox="1"/>
          <p:nvPr/>
        </p:nvSpPr>
        <p:spPr>
          <a:xfrm>
            <a:off x="6842111" y="4098783"/>
            <a:ext cx="1502797" cy="16927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Value at stake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055C0E-8209-4CEB-5BAA-D62136323583}"/>
              </a:ext>
            </a:extLst>
          </p:cNvPr>
          <p:cNvSpPr txBox="1"/>
          <p:nvPr/>
        </p:nvSpPr>
        <p:spPr>
          <a:xfrm>
            <a:off x="1262503" y="4281665"/>
            <a:ext cx="1502797" cy="24622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b="1">
                <a:solidFill>
                  <a:srgbClr val="C00000"/>
                </a:solidFill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$500K+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807EB4-67B0-13A2-5933-8E1A919BD08A}"/>
              </a:ext>
            </a:extLst>
          </p:cNvPr>
          <p:cNvSpPr txBox="1"/>
          <p:nvPr/>
        </p:nvSpPr>
        <p:spPr>
          <a:xfrm>
            <a:off x="4050451" y="4281665"/>
            <a:ext cx="1502797" cy="24622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b="1">
                <a:solidFill>
                  <a:schemeClr val="accent3"/>
                </a:solidFill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$35K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B4F6FC-1077-C3FD-312D-45CADCFC286F}"/>
              </a:ext>
            </a:extLst>
          </p:cNvPr>
          <p:cNvSpPr txBox="1"/>
          <p:nvPr/>
        </p:nvSpPr>
        <p:spPr>
          <a:xfrm>
            <a:off x="6842111" y="4281665"/>
            <a:ext cx="1502797" cy="24622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$465K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9AF039-D60C-1C84-0BEC-F863F6AD2B03}"/>
              </a:ext>
            </a:extLst>
          </p:cNvPr>
          <p:cNvSpPr txBox="1"/>
          <p:nvPr/>
        </p:nvSpPr>
        <p:spPr>
          <a:xfrm>
            <a:off x="1262503" y="4545721"/>
            <a:ext cx="1502797" cy="16927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Unplanned failure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F4C68D-DE37-4A66-5F72-A9D4A4F6D857}"/>
              </a:ext>
            </a:extLst>
          </p:cNvPr>
          <p:cNvSpPr txBox="1"/>
          <p:nvPr/>
        </p:nvSpPr>
        <p:spPr>
          <a:xfrm>
            <a:off x="4050451" y="4545721"/>
            <a:ext cx="1502797" cy="16927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Planned maintenance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7F944E-54CD-E7E2-D625-2DA237E02005}"/>
              </a:ext>
            </a:extLst>
          </p:cNvPr>
          <p:cNvSpPr txBox="1"/>
          <p:nvPr/>
        </p:nvSpPr>
        <p:spPr>
          <a:xfrm>
            <a:off x="6842111" y="4545721"/>
            <a:ext cx="1502797" cy="16927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Value at stake</a:t>
            </a:r>
          </a:p>
        </p:txBody>
      </p:sp>
      <p:pic>
        <p:nvPicPr>
          <p:cNvPr id="24" name="Picture 23" descr="Warning ">
            <a:extLst>
              <a:ext uri="{FF2B5EF4-FFF2-40B4-BE49-F238E27FC236}">
                <a16:creationId xmlns:a16="http://schemas.microsoft.com/office/drawing/2014/main" id="{A30F6E0F-C89D-0160-F3FC-AAC1F8EE3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21" y="4183421"/>
            <a:ext cx="394859" cy="394859"/>
          </a:xfrm>
          <a:prstGeom prst="rect">
            <a:avLst/>
          </a:prstGeom>
        </p:spPr>
      </p:pic>
      <p:pic>
        <p:nvPicPr>
          <p:cNvPr id="25" name="Picture 24" descr="Tool ">
            <a:extLst>
              <a:ext uri="{FF2B5EF4-FFF2-40B4-BE49-F238E27FC236}">
                <a16:creationId xmlns:a16="http://schemas.microsoft.com/office/drawing/2014/main" id="{FF1A12F0-EDD3-37C6-E5CE-C38DF4F55BC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00620" y="4212892"/>
            <a:ext cx="383765" cy="383765"/>
          </a:xfrm>
          <a:prstGeom prst="rect">
            <a:avLst/>
          </a:prstGeom>
        </p:spPr>
      </p:pic>
      <p:pic>
        <p:nvPicPr>
          <p:cNvPr id="26" name="Picture 25" descr="Money bag ">
            <a:extLst>
              <a:ext uri="{FF2B5EF4-FFF2-40B4-BE49-F238E27FC236}">
                <a16:creationId xmlns:a16="http://schemas.microsoft.com/office/drawing/2014/main" id="{5E5D7C61-2844-48D0-ECEA-D56774C8F63D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6163" y="4206774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322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836CD-4CCA-5CB6-B2AF-365D1FBD8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CA22A-6554-DD78-7D66-C18E18049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/>
              <a:t>Fixed intervals force airlines to service engines either too early or too late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3B10E-EB59-CA09-905E-CAD9CCF5D6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050"/>
              <a:t>A single 3,000-hour rule ignores the fact that engines wear differently across routes, loads, and operating conditions.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EB64FC-5409-790E-5DD8-3ECC8C16D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580" y="-146992"/>
            <a:ext cx="956736" cy="95673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754D5E6-BF08-FD3F-DAF5-0E59449D081C}"/>
              </a:ext>
            </a:extLst>
          </p:cNvPr>
          <p:cNvSpPr/>
          <p:nvPr/>
        </p:nvSpPr>
        <p:spPr>
          <a:xfrm>
            <a:off x="416051" y="4325510"/>
            <a:ext cx="8311895" cy="469127"/>
          </a:xfrm>
          <a:prstGeom prst="roundRect">
            <a:avLst>
              <a:gd name="adj" fmla="val 8420"/>
            </a:avLst>
          </a:prstGeom>
          <a:solidFill>
            <a:schemeClr val="accent6">
              <a:lumMod val="90000"/>
              <a:alpha val="20000"/>
            </a:schemeClr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>
                <a:solidFill>
                  <a:schemeClr val="accent1"/>
                </a:solidFill>
                <a:latin typeface="Raleway" pitchFamily="2" charset="77"/>
              </a:rPr>
              <a:t>The problem isn’t lack of data, but relying on one schedule for engines that </a:t>
            </a:r>
            <a:r>
              <a:rPr lang="en-US" sz="1200" b="1">
                <a:solidFill>
                  <a:schemeClr val="accent2"/>
                </a:solidFill>
                <a:latin typeface="Raleway" pitchFamily="2" charset="77"/>
              </a:rPr>
              <a:t>wear at different speeds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266061-4540-5F09-FA18-6C4E7D1BB8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664" b="23838"/>
          <a:stretch>
            <a:fillRect/>
          </a:stretch>
        </p:blipFill>
        <p:spPr>
          <a:xfrm>
            <a:off x="281327" y="1306219"/>
            <a:ext cx="8581347" cy="291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737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D575F-2D20-A5A9-1039-12420B3C7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DADFF3-B79A-8831-87B6-93594456AA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99" b="11650"/>
          <a:stretch>
            <a:fillRect/>
          </a:stretch>
        </p:blipFill>
        <p:spPr>
          <a:xfrm>
            <a:off x="771973" y="1163978"/>
            <a:ext cx="7600054" cy="31255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6330AD-6571-0D9F-8726-DA232047D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/>
              <a:t>Run to failure hist histories give us the signal needed to predict remaining life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74B01A-79E7-0846-8242-41D565DA46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050"/>
              <a:t>Our model follows 100 engines from first cycle to breakdown, turning each engine life into thousands of labeled examples.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E5993-AD73-4FC0-F4FA-41CFAB503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580" y="-146992"/>
            <a:ext cx="956736" cy="95673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455C205-716A-34CC-0EAF-045489FA2B6F}"/>
              </a:ext>
            </a:extLst>
          </p:cNvPr>
          <p:cNvSpPr/>
          <p:nvPr/>
        </p:nvSpPr>
        <p:spPr>
          <a:xfrm>
            <a:off x="416051" y="4325510"/>
            <a:ext cx="8311895" cy="469127"/>
          </a:xfrm>
          <a:prstGeom prst="roundRect">
            <a:avLst>
              <a:gd name="adj" fmla="val 8420"/>
            </a:avLst>
          </a:prstGeom>
          <a:solidFill>
            <a:schemeClr val="accent6">
              <a:lumMod val="90000"/>
              <a:alpha val="20000"/>
            </a:schemeClr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>
                <a:solidFill>
                  <a:schemeClr val="accent1"/>
                </a:solidFill>
                <a:latin typeface="Raleway" pitchFamily="2" charset="77"/>
              </a:rPr>
              <a:t>Because every engine ends in failure, the data captures both normal wear patterns and the </a:t>
            </a:r>
            <a:r>
              <a:rPr lang="en-US" sz="1200" b="1">
                <a:solidFill>
                  <a:schemeClr val="accent2"/>
                </a:solidFill>
                <a:latin typeface="Raleway" pitchFamily="2" charset="77"/>
              </a:rPr>
              <a:t>warning signs that appear before breakdown.</a:t>
            </a:r>
          </a:p>
        </p:txBody>
      </p:sp>
    </p:spTree>
    <p:extLst>
      <p:ext uri="{BB962C8B-B14F-4D97-AF65-F5344CB8AC3E}">
        <p14:creationId xmlns:p14="http://schemas.microsoft.com/office/powerpoint/2010/main" val="126421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44C88-6E41-A025-E729-173A28711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BE3ECF-E04E-BA7F-DF14-7C890270D2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11" b="12285"/>
          <a:stretch>
            <a:fillRect/>
          </a:stretch>
        </p:blipFill>
        <p:spPr>
          <a:xfrm>
            <a:off x="834791" y="1154291"/>
            <a:ext cx="7474419" cy="31055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44CB7C-755D-6FD2-BC41-394696B35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/>
              <a:t>Capping RUL at 125 cycles focuses learning on meaningful degradation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4AA6F-D639-E2B7-A7F1-51EA1B4321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050"/>
              <a:t>Early sensor histories look similar, so treating very high RUL values as equally healthy gives the model a cleaner target to learn from.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F80ED-3463-2924-62A3-41694A6F8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580" y="-146992"/>
            <a:ext cx="956736" cy="95673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D22C836-6A38-867A-D381-5CB2EDF6B170}"/>
              </a:ext>
            </a:extLst>
          </p:cNvPr>
          <p:cNvSpPr/>
          <p:nvPr/>
        </p:nvSpPr>
        <p:spPr>
          <a:xfrm>
            <a:off x="416051" y="4325510"/>
            <a:ext cx="8311895" cy="469127"/>
          </a:xfrm>
          <a:prstGeom prst="roundRect">
            <a:avLst>
              <a:gd name="adj" fmla="val 8420"/>
            </a:avLst>
          </a:prstGeom>
          <a:solidFill>
            <a:schemeClr val="accent6">
              <a:lumMod val="90000"/>
              <a:alpha val="20000"/>
            </a:schemeClr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>
                <a:solidFill>
                  <a:schemeClr val="accent1"/>
                </a:solidFill>
                <a:latin typeface="Raleway" pitchFamily="2" charset="77"/>
              </a:rPr>
              <a:t>The cap </a:t>
            </a:r>
            <a:r>
              <a:rPr lang="en-US" sz="1200" b="1">
                <a:solidFill>
                  <a:schemeClr val="accent2"/>
                </a:solidFill>
                <a:latin typeface="Raleway" pitchFamily="2" charset="77"/>
              </a:rPr>
              <a:t>removes artificial precision </a:t>
            </a:r>
            <a:r>
              <a:rPr lang="en-US" sz="1200" b="1">
                <a:solidFill>
                  <a:schemeClr val="accent1"/>
                </a:solidFill>
                <a:latin typeface="Raleway" pitchFamily="2" charset="77"/>
              </a:rPr>
              <a:t>from early life and concentrates learning on the signal that matters.</a:t>
            </a:r>
            <a:endParaRPr lang="en-US" sz="1200" b="1">
              <a:solidFill>
                <a:schemeClr val="accent2"/>
              </a:solidFill>
              <a:latin typeface="Raleway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36736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AE2EE-1543-5259-D7EF-E1D037723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2EC106-9FFC-7001-33C0-7169A9E68F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073" b="13455"/>
          <a:stretch>
            <a:fillRect/>
          </a:stretch>
        </p:blipFill>
        <p:spPr>
          <a:xfrm>
            <a:off x="516372" y="1142998"/>
            <a:ext cx="8111257" cy="316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D90E86-F568-1FBA-0B51-7B72919A1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/>
              <a:t>RUL prediction works best when the model remembers how the engine got there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17A23-7952-25F7-A89F-A31429D1F0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050"/>
              <a:t>The model must read the full 30-cycle history, retain context across steps, and focus on the moments where degradation is visible.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BB6A9F-7809-D720-BB29-105B710FE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580" y="-146992"/>
            <a:ext cx="956736" cy="95673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CE29DF0-56B4-E9A9-FE0B-90E8DAE963FA}"/>
              </a:ext>
            </a:extLst>
          </p:cNvPr>
          <p:cNvSpPr/>
          <p:nvPr/>
        </p:nvSpPr>
        <p:spPr>
          <a:xfrm>
            <a:off x="416051" y="4325510"/>
            <a:ext cx="8311895" cy="469127"/>
          </a:xfrm>
          <a:prstGeom prst="roundRect">
            <a:avLst>
              <a:gd name="adj" fmla="val 8420"/>
            </a:avLst>
          </a:prstGeom>
          <a:solidFill>
            <a:schemeClr val="accent6">
              <a:lumMod val="90000"/>
              <a:alpha val="20000"/>
            </a:schemeClr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>
                <a:solidFill>
                  <a:schemeClr val="accent1"/>
                </a:solidFill>
                <a:latin typeface="Raleway" pitchFamily="2" charset="77"/>
              </a:rPr>
              <a:t>For engine RUL, </a:t>
            </a:r>
            <a:r>
              <a:rPr lang="en-US" sz="1200" b="1">
                <a:solidFill>
                  <a:schemeClr val="accent2"/>
                </a:solidFill>
                <a:latin typeface="Raleway" pitchFamily="2" charset="77"/>
              </a:rPr>
              <a:t>failure risk as a trajectory</a:t>
            </a:r>
            <a:r>
              <a:rPr lang="en-US" sz="1200" b="1">
                <a:solidFill>
                  <a:schemeClr val="accent1"/>
                </a:solidFill>
                <a:latin typeface="Raleway" pitchFamily="2" charset="77"/>
              </a:rPr>
              <a:t>, not a snapshot.</a:t>
            </a:r>
            <a:endParaRPr lang="en-US" sz="1200" b="1">
              <a:solidFill>
                <a:schemeClr val="accent2"/>
              </a:solidFill>
              <a:latin typeface="Raleway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47802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00CE0-A8FC-AC5D-EDF0-EA5E30C66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6B6E68-0AC6-FEB0-69C8-7C508BB93D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36" b="13779"/>
          <a:stretch>
            <a:fillRect/>
          </a:stretch>
        </p:blipFill>
        <p:spPr>
          <a:xfrm>
            <a:off x="748274" y="1142084"/>
            <a:ext cx="7647452" cy="316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004A77-55A9-9AE8-91E3-44499E7A6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/>
              <a:t>Attention makes each prediction easier to explain and trust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15DF7-7BE1-4D8F-5DDC-6221F27943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050"/>
              <a:t>The model shows both where in the sequence it focused and which sensor signals contributed most.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F1622-429E-D472-5977-FB23ED1D6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580" y="-146992"/>
            <a:ext cx="956736" cy="95673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9B0E288-D486-FE97-CB73-8A2D09CADB1B}"/>
              </a:ext>
            </a:extLst>
          </p:cNvPr>
          <p:cNvSpPr/>
          <p:nvPr/>
        </p:nvSpPr>
        <p:spPr>
          <a:xfrm>
            <a:off x="416051" y="4325510"/>
            <a:ext cx="8311895" cy="469127"/>
          </a:xfrm>
          <a:prstGeom prst="roundRect">
            <a:avLst>
              <a:gd name="adj" fmla="val 8420"/>
            </a:avLst>
          </a:prstGeom>
          <a:solidFill>
            <a:schemeClr val="accent6">
              <a:lumMod val="90000"/>
              <a:alpha val="20000"/>
            </a:schemeClr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>
                <a:solidFill>
                  <a:schemeClr val="accent1"/>
                </a:solidFill>
                <a:latin typeface="Raleway" pitchFamily="2" charset="77"/>
              </a:rPr>
              <a:t>Explainability turns a model output into a maintenance </a:t>
            </a:r>
            <a:r>
              <a:rPr lang="en-US" sz="1200" b="1">
                <a:solidFill>
                  <a:schemeClr val="accent2"/>
                </a:solidFill>
                <a:latin typeface="Raleway" pitchFamily="2" charset="77"/>
              </a:rPr>
              <a:t>signal engineers can act on</a:t>
            </a:r>
            <a:r>
              <a:rPr lang="en-US" sz="1200" b="1">
                <a:solidFill>
                  <a:schemeClr val="accent1"/>
                </a:solidFill>
                <a:latin typeface="Raleway" pitchFamily="2" charset="77"/>
              </a:rPr>
              <a:t>.</a:t>
            </a:r>
            <a:endParaRPr lang="en-US" sz="1200" b="1">
              <a:solidFill>
                <a:schemeClr val="accent2"/>
              </a:solidFill>
              <a:latin typeface="Raleway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38774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5B132-2193-0CB6-9245-DDBEA1858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06327-5FEF-F24F-EB71-861263671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/>
              <a:t>GRU achieved the lowest error while LSTM with attention offered the best balance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CE49EC-CA04-AC49-EA22-31374F4B0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580" y="-146992"/>
            <a:ext cx="956736" cy="95673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905D0A0-930A-C355-505E-8E5CE1182F2A}"/>
              </a:ext>
            </a:extLst>
          </p:cNvPr>
          <p:cNvSpPr/>
          <p:nvPr/>
        </p:nvSpPr>
        <p:spPr>
          <a:xfrm>
            <a:off x="416051" y="4325510"/>
            <a:ext cx="8311895" cy="469127"/>
          </a:xfrm>
          <a:prstGeom prst="roundRect">
            <a:avLst>
              <a:gd name="adj" fmla="val 8420"/>
            </a:avLst>
          </a:prstGeom>
          <a:solidFill>
            <a:schemeClr val="accent6">
              <a:lumMod val="90000"/>
              <a:alpha val="20000"/>
            </a:schemeClr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>
                <a:solidFill>
                  <a:schemeClr val="accent1"/>
                </a:solidFill>
                <a:latin typeface="Raleway" pitchFamily="2" charset="77"/>
              </a:rPr>
              <a:t>LSTM with attention was selected because it combines performance with an </a:t>
            </a:r>
            <a:r>
              <a:rPr lang="en-US" sz="1200" b="1">
                <a:solidFill>
                  <a:schemeClr val="accent2"/>
                </a:solidFill>
                <a:latin typeface="Raleway" pitchFamily="2" charset="77"/>
              </a:rPr>
              <a:t>explainable prediction path.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2520A9-CBFB-FDC8-75A7-504D1E09E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128" b="17568"/>
          <a:stretch>
            <a:fillRect/>
          </a:stretch>
        </p:blipFill>
        <p:spPr>
          <a:xfrm>
            <a:off x="261364" y="1231468"/>
            <a:ext cx="8621273" cy="268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304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97B55-761A-05B1-CB38-C70376929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62B9C-442A-09B8-3F85-CD976604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/>
              <a:t>Each modeling choice maps directly to a clear component in the repo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0563B8-6AC8-6F0D-93F0-53F8AF004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580" y="-146992"/>
            <a:ext cx="956736" cy="95673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5BC9D12-0A8D-EA1A-FFD7-259F98550CB5}"/>
              </a:ext>
            </a:extLst>
          </p:cNvPr>
          <p:cNvSpPr/>
          <p:nvPr/>
        </p:nvSpPr>
        <p:spPr>
          <a:xfrm>
            <a:off x="416051" y="4325510"/>
            <a:ext cx="8311895" cy="469127"/>
          </a:xfrm>
          <a:prstGeom prst="roundRect">
            <a:avLst>
              <a:gd name="adj" fmla="val 8420"/>
            </a:avLst>
          </a:prstGeom>
          <a:solidFill>
            <a:schemeClr val="accent6">
              <a:lumMod val="90000"/>
              <a:alpha val="20000"/>
            </a:schemeClr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>
                <a:solidFill>
                  <a:schemeClr val="accent1"/>
                </a:solidFill>
                <a:latin typeface="Raleway" pitchFamily="2" charset="77"/>
              </a:rPr>
              <a:t>The architecture is auditable because every capability is implemented in a </a:t>
            </a:r>
            <a:r>
              <a:rPr lang="en-US" sz="1200" b="1">
                <a:solidFill>
                  <a:schemeClr val="accent2"/>
                </a:solidFill>
                <a:latin typeface="Raleway" pitchFamily="2" charset="77"/>
              </a:rPr>
              <a:t>named repo component.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780B7A-6B78-91FF-40A7-5489DC88B6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839" b="15953"/>
          <a:stretch>
            <a:fillRect/>
          </a:stretch>
        </p:blipFill>
        <p:spPr>
          <a:xfrm>
            <a:off x="173581" y="1000124"/>
            <a:ext cx="8796839" cy="322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469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01483-84C5-51E8-BA1C-4AAD241F8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3CDDE50-6987-91EC-4BE7-BF307075F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7"/>
            <a:ext cx="9146432" cy="514213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42623C6-FD2F-5D6C-9696-9CCD151029D1}"/>
              </a:ext>
            </a:extLst>
          </p:cNvPr>
          <p:cNvSpPr/>
          <p:nvPr/>
        </p:nvSpPr>
        <p:spPr>
          <a:xfrm>
            <a:off x="0" y="-27384"/>
            <a:ext cx="9144000" cy="4382660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62000">
                <a:schemeClr val="accent1">
                  <a:lumMod val="90000"/>
                  <a:lumOff val="10000"/>
                  <a:alpha val="70000"/>
                </a:schemeClr>
              </a:gs>
              <a:gs pos="99000">
                <a:schemeClr val="tx1">
                  <a:alpha val="70000"/>
                </a:schemeClr>
              </a:gs>
            </a:gsLst>
            <a:lin ang="5400000" scaled="1"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25"/>
              </a:spcBef>
              <a:spcAft>
                <a:spcPts val="225"/>
              </a:spcAft>
            </a:pPr>
            <a:endParaRPr lang="en-US" sz="1200" err="1">
              <a:solidFill>
                <a:schemeClr val="bg1"/>
              </a:solidFill>
              <a:latin typeface="Raleway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3AF5FB-8841-87E4-8C6F-E3C14A9D34E2}"/>
              </a:ext>
            </a:extLst>
          </p:cNvPr>
          <p:cNvSpPr/>
          <p:nvPr/>
        </p:nvSpPr>
        <p:spPr>
          <a:xfrm>
            <a:off x="0" y="4355276"/>
            <a:ext cx="9169160" cy="78822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98000">
                <a:schemeClr val="accent1"/>
              </a:gs>
            </a:gsLst>
            <a:lin ang="27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35">
              <a:spcBef>
                <a:spcPts val="225"/>
              </a:spcBef>
              <a:spcAft>
                <a:spcPts val="225"/>
              </a:spcAft>
              <a:defRPr/>
            </a:pPr>
            <a:endParaRPr lang="en-US" sz="1200" err="1">
              <a:solidFill>
                <a:srgbClr val="000000"/>
              </a:solidFill>
              <a:latin typeface="Raleway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77A8DC2E-B26C-6D44-2E72-D5BDF69DAE97}"/>
              </a:ext>
            </a:extLst>
          </p:cNvPr>
          <p:cNvSpPr/>
          <p:nvPr/>
        </p:nvSpPr>
        <p:spPr>
          <a:xfrm>
            <a:off x="233406" y="4589563"/>
            <a:ext cx="2871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35">
              <a:defRPr/>
            </a:pPr>
            <a:r>
              <a:rPr lang="en-US" sz="1050" b="1">
                <a:solidFill>
                  <a:schemeClr val="bg1"/>
                </a:solidFill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Deep Learning – Final Project</a:t>
            </a:r>
          </a:p>
          <a:p>
            <a:pPr defTabSz="685835">
              <a:defRPr/>
            </a:pPr>
            <a:r>
              <a:rPr lang="en-US" sz="1050" b="1">
                <a:solidFill>
                  <a:schemeClr val="accent1"/>
                </a:solidFill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June 2026</a:t>
            </a:r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DE138757-36A8-B83A-91AF-EC2FC68DF38A}"/>
              </a:ext>
            </a:extLst>
          </p:cNvPr>
          <p:cNvSpPr/>
          <p:nvPr/>
        </p:nvSpPr>
        <p:spPr>
          <a:xfrm>
            <a:off x="413956" y="3106794"/>
            <a:ext cx="2268778" cy="0"/>
          </a:xfrm>
          <a:prstGeom prst="line">
            <a:avLst/>
          </a:prstGeom>
          <a:noFill/>
          <a:ln w="88900">
            <a:gradFill flip="none" rotWithShape="1">
              <a:gsLst>
                <a:gs pos="0">
                  <a:schemeClr val="accent1"/>
                </a:gs>
                <a:gs pos="74000">
                  <a:schemeClr val="accent1">
                    <a:lumMod val="60000"/>
                    <a:lumOff val="40000"/>
                  </a:schemeClr>
                </a:gs>
                <a:gs pos="35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1"/>
              <a:tileRect/>
            </a:gradFill>
            <a:prstDash val="solid"/>
          </a:ln>
        </p:spPr>
        <p:txBody>
          <a:bodyPr/>
          <a:lstStyle/>
          <a:p>
            <a:pPr defTabSz="685835">
              <a:defRPr/>
            </a:pPr>
            <a:endParaRPr lang="en-US" sz="1350">
              <a:solidFill>
                <a:srgbClr val="FFFFFF"/>
              </a:solidFill>
              <a:latin typeface="Raleway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729060-AADD-30BC-2D08-99727CCEB2F5}"/>
              </a:ext>
            </a:extLst>
          </p:cNvPr>
          <p:cNvSpPr txBox="1"/>
          <p:nvPr/>
        </p:nvSpPr>
        <p:spPr>
          <a:xfrm>
            <a:off x="5367493" y="4610889"/>
            <a:ext cx="3543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Marian · </a:t>
            </a:r>
            <a:r>
              <a:rPr lang="en-US" sz="1200" b="1" kern="0">
                <a:solidFill>
                  <a:srgbClr val="FFFFFF"/>
                </a:solidFill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Theo · Nour ·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Nuria · Ignacio · Alberto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5C66C0-391A-2DA8-8F98-4C3E3F7AA39D}"/>
              </a:ext>
            </a:extLst>
          </p:cNvPr>
          <p:cNvSpPr txBox="1"/>
          <p:nvPr/>
        </p:nvSpPr>
        <p:spPr>
          <a:xfrm>
            <a:off x="413956" y="2516976"/>
            <a:ext cx="4889564" cy="4924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200" b="1">
                <a:solidFill>
                  <a:schemeClr val="bg1"/>
                </a:solidFill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Live demo</a:t>
            </a:r>
            <a:endParaRPr lang="en-US" sz="3200" b="1">
              <a:solidFill>
                <a:schemeClr val="accent2"/>
              </a:solidFill>
              <a:latin typeface="Raleway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F09D335-3DC5-B50B-F148-E2E00EF865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0481" y="3033911"/>
            <a:ext cx="1080000" cy="108000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87E9846A-6E5E-12AF-6E19-0EF6DB5A6FEA}"/>
              </a:ext>
            </a:extLst>
          </p:cNvPr>
          <p:cNvSpPr>
            <a:spLocks noChangeAspect="1"/>
          </p:cNvSpPr>
          <p:nvPr/>
        </p:nvSpPr>
        <p:spPr>
          <a:xfrm>
            <a:off x="2538734" y="2732175"/>
            <a:ext cx="144000" cy="144000"/>
          </a:xfrm>
          <a:prstGeom prst="ellipse">
            <a:avLst/>
          </a:prstGeom>
          <a:gradFill flip="none" rotWithShape="1">
            <a:gsLst>
              <a:gs pos="100000">
                <a:srgbClr val="FF0000"/>
              </a:gs>
              <a:gs pos="59000">
                <a:srgbClr val="FF0000"/>
              </a:gs>
              <a:gs pos="17000">
                <a:srgbClr val="C00000"/>
              </a:gs>
              <a:gs pos="0">
                <a:srgbClr val="C00000">
                  <a:alpha val="32872"/>
                </a:srgbClr>
              </a:gs>
            </a:gsLst>
            <a:path path="circle">
              <a:fillToRect l="50000" t="50000" r="50000" b="50000"/>
            </a:path>
            <a:tileRect/>
          </a:gradFill>
          <a:ln w="177800">
            <a:noFill/>
            <a:prstDash val="solid"/>
          </a:ln>
        </p:spPr>
        <p:txBody>
          <a:bodyPr/>
          <a:lstStyle/>
          <a:p>
            <a:pPr defTabSz="1371669">
              <a:defRPr/>
            </a:pPr>
            <a:endParaRPr lang="en-US" sz="270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010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C667D-1AEE-3110-9EAE-05217E32F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1FD970-E2A5-A9DF-938D-6275A7D20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531" b="16514"/>
          <a:stretch>
            <a:fillRect/>
          </a:stretch>
        </p:blipFill>
        <p:spPr>
          <a:xfrm>
            <a:off x="271088" y="1130753"/>
            <a:ext cx="8601824" cy="31895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CF431B-F147-BEA0-2741-EECCB87BC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/>
              <a:t>Training choices reduce overfitting and penalize late mistakes more heavily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98D995-C90E-1806-91E7-1C0C74BC3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580" y="-146992"/>
            <a:ext cx="956736" cy="95673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52AF78-E610-58E9-AA3F-3B402F2E3D10}"/>
              </a:ext>
            </a:extLst>
          </p:cNvPr>
          <p:cNvSpPr/>
          <p:nvPr/>
        </p:nvSpPr>
        <p:spPr>
          <a:xfrm>
            <a:off x="416051" y="4325510"/>
            <a:ext cx="8311895" cy="469127"/>
          </a:xfrm>
          <a:prstGeom prst="roundRect">
            <a:avLst>
              <a:gd name="adj" fmla="val 8420"/>
            </a:avLst>
          </a:prstGeom>
          <a:solidFill>
            <a:schemeClr val="accent6">
              <a:lumMod val="90000"/>
              <a:alpha val="20000"/>
            </a:schemeClr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>
                <a:solidFill>
                  <a:schemeClr val="accent1"/>
                </a:solidFill>
                <a:latin typeface="Raleway" pitchFamily="2" charset="77"/>
              </a:rPr>
              <a:t>The training process favors robust generalization and treats </a:t>
            </a:r>
            <a:r>
              <a:rPr lang="en-US" sz="1200" b="1">
                <a:solidFill>
                  <a:schemeClr val="accent2"/>
                </a:solidFill>
                <a:latin typeface="Raleway" pitchFamily="2" charset="77"/>
              </a:rPr>
              <a:t>late prediction errors </a:t>
            </a:r>
            <a:r>
              <a:rPr lang="en-US" sz="1200" b="1">
                <a:solidFill>
                  <a:schemeClr val="accent1"/>
                </a:solidFill>
                <a:latin typeface="Raleway" pitchFamily="2" charset="77"/>
              </a:rPr>
              <a:t>as the riskier mistake</a:t>
            </a:r>
            <a:endParaRPr lang="en-US" sz="1200" b="1">
              <a:solidFill>
                <a:schemeClr val="accent2"/>
              </a:solidFill>
              <a:latin typeface="Raleway" pitchFamily="2" charset="77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DEB091A-0354-C74B-C057-461BDAC00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052" y="989225"/>
            <a:ext cx="8311896" cy="207750"/>
          </a:xfrm>
        </p:spPr>
        <p:txBody>
          <a:bodyPr/>
          <a:lstStyle/>
          <a:p>
            <a:r>
              <a:rPr lang="en-US" sz="1050"/>
              <a:t>We monitored generalization during training and used a cost-aware error treatment.</a:t>
            </a:r>
          </a:p>
        </p:txBody>
      </p:sp>
    </p:spTree>
    <p:extLst>
      <p:ext uri="{BB962C8B-B14F-4D97-AF65-F5344CB8AC3E}">
        <p14:creationId xmlns:p14="http://schemas.microsoft.com/office/powerpoint/2010/main" val="3268626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BC3BF-5414-8D62-5065-B5D452F6F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DD7013-586D-18DE-DA95-213F6EBACC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87" b="15446"/>
          <a:stretch>
            <a:fillRect/>
          </a:stretch>
        </p:blipFill>
        <p:spPr>
          <a:xfrm>
            <a:off x="309459" y="1196975"/>
            <a:ext cx="8525082" cy="31233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6FFAE3-12C7-D207-2E41-43D1EE3D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/>
              <a:t>Keeping the model, API, and dashboard in sync makes the prediction usable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0D988-78B1-38BB-D3A0-1CC155C5D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580" y="-146992"/>
            <a:ext cx="956736" cy="95673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6A0664-A93A-F6D6-9468-879D18D6898E}"/>
              </a:ext>
            </a:extLst>
          </p:cNvPr>
          <p:cNvSpPr/>
          <p:nvPr/>
        </p:nvSpPr>
        <p:spPr>
          <a:xfrm>
            <a:off x="416051" y="4325510"/>
            <a:ext cx="8311895" cy="469127"/>
          </a:xfrm>
          <a:prstGeom prst="roundRect">
            <a:avLst>
              <a:gd name="adj" fmla="val 8420"/>
            </a:avLst>
          </a:prstGeom>
          <a:solidFill>
            <a:schemeClr val="accent6">
              <a:lumMod val="90000"/>
              <a:alpha val="20000"/>
            </a:schemeClr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>
                <a:solidFill>
                  <a:schemeClr val="accent1"/>
                </a:solidFill>
                <a:latin typeface="Raleway" pitchFamily="2" charset="77"/>
              </a:rPr>
              <a:t>The architecture matters because one consistent pipeline turns a model output into an </a:t>
            </a:r>
            <a:r>
              <a:rPr lang="en-US" sz="1200" b="1">
                <a:solidFill>
                  <a:schemeClr val="accent2"/>
                </a:solidFill>
                <a:latin typeface="Raleway" pitchFamily="2" charset="77"/>
              </a:rPr>
              <a:t>actionable goal.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9D10B6D-BED7-E790-7414-1D817AD74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052" y="989225"/>
            <a:ext cx="8311896" cy="207750"/>
          </a:xfrm>
        </p:spPr>
        <p:txBody>
          <a:bodyPr/>
          <a:lstStyle/>
          <a:p>
            <a:r>
              <a:rPr lang="en-US" sz="1050"/>
              <a:t>The same preprocessing and feature logic flow form training to serving to the interface, so the result stays consistent end to end.</a:t>
            </a:r>
          </a:p>
        </p:txBody>
      </p:sp>
    </p:spTree>
    <p:extLst>
      <p:ext uri="{BB962C8B-B14F-4D97-AF65-F5344CB8AC3E}">
        <p14:creationId xmlns:p14="http://schemas.microsoft.com/office/powerpoint/2010/main" val="1622977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4D844-D855-4827-6E00-73B5F9A3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16D82-E130-8DDE-8026-D7C641E63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/>
              <a:t>A 50-engine fleet can save about $11.2M a year by avoiding unplanned failures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07126-0B62-8E30-B684-9B708A0F0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580" y="-146992"/>
            <a:ext cx="956736" cy="95673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AD359CF-BADC-1A58-2307-DC47DD13929C}"/>
              </a:ext>
            </a:extLst>
          </p:cNvPr>
          <p:cNvSpPr/>
          <p:nvPr/>
        </p:nvSpPr>
        <p:spPr>
          <a:xfrm>
            <a:off x="416051" y="4325510"/>
            <a:ext cx="8311895" cy="469127"/>
          </a:xfrm>
          <a:prstGeom prst="roundRect">
            <a:avLst>
              <a:gd name="adj" fmla="val 8420"/>
            </a:avLst>
          </a:prstGeom>
          <a:solidFill>
            <a:schemeClr val="accent6">
              <a:lumMod val="90000"/>
              <a:alpha val="20000"/>
            </a:schemeClr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>
                <a:solidFill>
                  <a:schemeClr val="accent1"/>
                </a:solidFill>
                <a:latin typeface="Raleway" pitchFamily="2" charset="77"/>
              </a:rPr>
              <a:t>The business case is driven by simple unit economics and turns predictive maintenance into </a:t>
            </a:r>
            <a:r>
              <a:rPr lang="en-US" sz="1200" b="1">
                <a:solidFill>
                  <a:schemeClr val="accent2"/>
                </a:solidFill>
                <a:latin typeface="Raleway" pitchFamily="2" charset="77"/>
              </a:rPr>
              <a:t>measurable value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C442F6A-C9C8-537D-4D9A-321FF82BF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052" y="989225"/>
            <a:ext cx="8311896" cy="207750"/>
          </a:xfrm>
        </p:spPr>
        <p:txBody>
          <a:bodyPr/>
          <a:lstStyle/>
          <a:p>
            <a:r>
              <a:rPr lang="en-US" sz="1050"/>
              <a:t>The economics are attractive because one avoided aircraft on ground event is worth far more than the preventive maintenance.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70617B-8473-A2B2-FB94-E695A8C525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6" t="20334" r="1366" b="18049"/>
          <a:stretch>
            <a:fillRect/>
          </a:stretch>
        </p:blipFill>
        <p:spPr>
          <a:xfrm>
            <a:off x="349201" y="1223055"/>
            <a:ext cx="8445599" cy="302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14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6A086-9531-E547-C8CF-23EC7EBEA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5B492B3-9904-176C-8737-324BA6AE0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7"/>
            <a:ext cx="9146432" cy="514213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0742669-F36B-36E6-B4E6-0751DA2533E0}"/>
              </a:ext>
            </a:extLst>
          </p:cNvPr>
          <p:cNvSpPr/>
          <p:nvPr/>
        </p:nvSpPr>
        <p:spPr>
          <a:xfrm>
            <a:off x="0" y="-27384"/>
            <a:ext cx="9144000" cy="4382660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62000">
                <a:schemeClr val="accent1">
                  <a:lumMod val="90000"/>
                  <a:lumOff val="10000"/>
                  <a:alpha val="70000"/>
                </a:schemeClr>
              </a:gs>
              <a:gs pos="99000">
                <a:schemeClr val="tx1">
                  <a:alpha val="70000"/>
                </a:schemeClr>
              </a:gs>
            </a:gsLst>
            <a:lin ang="5400000" scaled="1"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25"/>
              </a:spcBef>
              <a:spcAft>
                <a:spcPts val="225"/>
              </a:spcAft>
            </a:pPr>
            <a:endParaRPr lang="en-US" sz="1200" err="1">
              <a:solidFill>
                <a:schemeClr val="bg1"/>
              </a:solidFill>
              <a:latin typeface="Raleway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334025-63A8-E0C9-6D21-8354F2151E5A}"/>
              </a:ext>
            </a:extLst>
          </p:cNvPr>
          <p:cNvSpPr/>
          <p:nvPr/>
        </p:nvSpPr>
        <p:spPr>
          <a:xfrm>
            <a:off x="0" y="4355276"/>
            <a:ext cx="9169160" cy="78822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98000">
                <a:schemeClr val="accent1"/>
              </a:gs>
            </a:gsLst>
            <a:lin ang="27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35">
              <a:spcBef>
                <a:spcPts val="225"/>
              </a:spcBef>
              <a:spcAft>
                <a:spcPts val="225"/>
              </a:spcAft>
              <a:defRPr/>
            </a:pPr>
            <a:endParaRPr lang="en-US" sz="1200" err="1">
              <a:solidFill>
                <a:srgbClr val="000000"/>
              </a:solidFill>
              <a:latin typeface="Raleway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E58F2-03C6-255D-4A0F-1AD382A1B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956" y="3234952"/>
            <a:ext cx="4045749" cy="495126"/>
          </a:xfrm>
        </p:spPr>
        <p:txBody>
          <a:bodyPr/>
          <a:lstStyle/>
          <a:p>
            <a:r>
              <a:rPr lang="en-US" sz="1350">
                <a:solidFill>
                  <a:schemeClr val="bg1"/>
                </a:solidFill>
              </a:rPr>
              <a:t>Q&amp;A</a:t>
            </a:r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FCDB8213-98F3-4CAF-377D-51D4AD4C94A9}"/>
              </a:ext>
            </a:extLst>
          </p:cNvPr>
          <p:cNvSpPr/>
          <p:nvPr/>
        </p:nvSpPr>
        <p:spPr>
          <a:xfrm>
            <a:off x="233406" y="4589563"/>
            <a:ext cx="2871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35">
              <a:defRPr/>
            </a:pPr>
            <a:r>
              <a:rPr lang="en-US" sz="1050" b="1">
                <a:solidFill>
                  <a:schemeClr val="bg1"/>
                </a:solidFill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Deep Learning – Final Project</a:t>
            </a:r>
          </a:p>
          <a:p>
            <a:pPr defTabSz="685835">
              <a:defRPr/>
            </a:pPr>
            <a:r>
              <a:rPr lang="en-US" sz="1050" b="1">
                <a:solidFill>
                  <a:schemeClr val="accent1"/>
                </a:solidFill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June 2026</a:t>
            </a:r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8DBEDE24-8C26-13C4-CD8F-4D1241603E8F}"/>
              </a:ext>
            </a:extLst>
          </p:cNvPr>
          <p:cNvSpPr/>
          <p:nvPr/>
        </p:nvSpPr>
        <p:spPr>
          <a:xfrm>
            <a:off x="413956" y="3082302"/>
            <a:ext cx="2092480" cy="0"/>
          </a:xfrm>
          <a:prstGeom prst="line">
            <a:avLst/>
          </a:prstGeom>
          <a:noFill/>
          <a:ln w="88900">
            <a:gradFill flip="none" rotWithShape="1">
              <a:gsLst>
                <a:gs pos="0">
                  <a:schemeClr val="accent1"/>
                </a:gs>
                <a:gs pos="74000">
                  <a:schemeClr val="accent1">
                    <a:lumMod val="60000"/>
                    <a:lumOff val="40000"/>
                  </a:schemeClr>
                </a:gs>
                <a:gs pos="35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1"/>
              <a:tileRect/>
            </a:gradFill>
            <a:prstDash val="solid"/>
          </a:ln>
        </p:spPr>
        <p:txBody>
          <a:bodyPr/>
          <a:lstStyle/>
          <a:p>
            <a:pPr defTabSz="685835">
              <a:defRPr/>
            </a:pPr>
            <a:endParaRPr lang="en-US" sz="1350">
              <a:solidFill>
                <a:srgbClr val="FFFFFF"/>
              </a:solidFill>
              <a:latin typeface="Raleway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3A50D8-C1EE-2BE3-0D59-9AA0302F2889}"/>
              </a:ext>
            </a:extLst>
          </p:cNvPr>
          <p:cNvSpPr txBox="1"/>
          <p:nvPr/>
        </p:nvSpPr>
        <p:spPr>
          <a:xfrm>
            <a:off x="5367493" y="4610889"/>
            <a:ext cx="3543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Marian · </a:t>
            </a:r>
            <a:r>
              <a:rPr lang="en-US" sz="1200" b="1" kern="0">
                <a:solidFill>
                  <a:srgbClr val="FFFFFF"/>
                </a:solidFill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Theo · Nour ·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Nuria · Ignacio · Alberto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35FEE9-8B84-0A74-34C3-E0B8D38D1A6F}"/>
              </a:ext>
            </a:extLst>
          </p:cNvPr>
          <p:cNvSpPr txBox="1"/>
          <p:nvPr/>
        </p:nvSpPr>
        <p:spPr>
          <a:xfrm>
            <a:off x="413956" y="2446728"/>
            <a:ext cx="4889564" cy="4924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200" b="1">
                <a:solidFill>
                  <a:schemeClr val="bg1"/>
                </a:solidFill>
                <a:latin typeface="Raleway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Thank you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CDC6A5C-0780-4D6B-99F6-6F5CA23B14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797" y="204352"/>
            <a:ext cx="1310365" cy="131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78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heme/theme1.xml><?xml version="1.0" encoding="utf-8"?>
<a:theme xmlns:a="http://schemas.openxmlformats.org/drawingml/2006/main" name="Slideworks">
  <a:themeElements>
    <a:clrScheme name="Scheme White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1F40E6"/>
      </a:hlink>
      <a:folHlink>
        <a:srgbClr val="8C5AC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spAutoFit/>
      </a:bodyPr>
      <a:lstStyle>
        <a:defPPr algn="l">
          <a:spcBef>
            <a:spcPts val="300"/>
          </a:spcBef>
          <a:spcAft>
            <a:spcPts val="300"/>
          </a:spcAft>
          <a:buNone/>
          <a:defRPr sz="1400" dirty="0" err="1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Slideworks" id="{E069DF23-800B-2147-8703-57BAD797A89F}" vid="{C4B098EE-F2FB-4F45-9BF5-C6412EFF7D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14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Slideworks</vt:lpstr>
      <vt:lpstr>PowerPoint Presentation</vt:lpstr>
      <vt:lpstr>Fixed maintenance schedules leave airlines exposed to avoidable downtime</vt:lpstr>
      <vt:lpstr>Fixed intervals force airlines to service engines either too early or too late</vt:lpstr>
      <vt:lpstr>Run to failure hist histories give us the signal needed to predict remaining life</vt:lpstr>
      <vt:lpstr>Capping RUL at 125 cycles focuses learning on meaningful degradation</vt:lpstr>
      <vt:lpstr>RUL prediction works best when the model remembers how the engine got there</vt:lpstr>
      <vt:lpstr>Attention makes each prediction easier to explain and trust</vt:lpstr>
      <vt:lpstr>GRU achieved the lowest error while LSTM with attention offered the best balance</vt:lpstr>
      <vt:lpstr>Each modeling choice maps directly to a clear component in the repo</vt:lpstr>
      <vt:lpstr>PowerPoint Presentation</vt:lpstr>
      <vt:lpstr>Training choices reduce overfitting and penalize late mistakes more heavily</vt:lpstr>
      <vt:lpstr>Keeping the model, API, and dashboard in sync makes the prediction usable</vt:lpstr>
      <vt:lpstr>A 50-engine fleet can save about $11.2M a year by avoiding unplanned failures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Scope — Pitch Deck</dc:title>
  <dc:subject>PptxGenJS Presentation</dc:subject>
  <dc:creator>Scope</dc:creator>
  <cp:revision>2</cp:revision>
  <dcterms:created xsi:type="dcterms:W3CDTF">2026-06-28T17:00:37Z</dcterms:created>
  <dcterms:modified xsi:type="dcterms:W3CDTF">2026-06-30T11:39:04Z</dcterms:modified>
</cp:coreProperties>
</file>